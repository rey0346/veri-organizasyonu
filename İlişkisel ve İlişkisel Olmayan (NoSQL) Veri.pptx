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1"/>
  </p:notesMasterIdLst>
  <p:handoutMasterIdLst>
    <p:handoutMasterId r:id="rId22"/>
  </p:handoutMasterIdLst>
  <p:sldIdLst>
    <p:sldId id="277" r:id="rId5"/>
    <p:sldId id="279" r:id="rId6"/>
    <p:sldId id="308" r:id="rId7"/>
    <p:sldId id="309" r:id="rId8"/>
    <p:sldId id="310" r:id="rId9"/>
    <p:sldId id="311" r:id="rId10"/>
    <p:sldId id="312" r:id="rId11"/>
    <p:sldId id="313" r:id="rId12"/>
    <p:sldId id="314" r:id="rId13"/>
    <p:sldId id="315" r:id="rId14"/>
    <p:sldId id="316" r:id="rId15"/>
    <p:sldId id="317" r:id="rId16"/>
    <p:sldId id="318" r:id="rId17"/>
    <p:sldId id="319" r:id="rId18"/>
    <p:sldId id="320" r:id="rId19"/>
    <p:sldId id="292" r:id="rId20"/>
  </p:sldIdLst>
  <p:sldSz cx="12192000" cy="6858000"/>
  <p:notesSz cx="6858000" cy="9144000"/>
  <p:defaultTextStyle>
    <a:defPPr rtl="0">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224" userDrawn="1">
          <p15:clr>
            <a:srgbClr val="A4A3A4"/>
          </p15:clr>
        </p15:guide>
        <p15:guide id="2" pos="3840" userDrawn="1">
          <p15:clr>
            <a:srgbClr val="A4A3A4"/>
          </p15:clr>
        </p15:guide>
        <p15:guide id="3" orient="horz" pos="1536" userDrawn="1">
          <p15:clr>
            <a:srgbClr val="A4A3A4"/>
          </p15:clr>
        </p15:guide>
        <p15:guide id="4" pos="645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Yaza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828C"/>
    <a:srgbClr val="419C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6807" autoAdjust="0"/>
  </p:normalViewPr>
  <p:slideViewPr>
    <p:cSldViewPr snapToGrid="0">
      <p:cViewPr varScale="1">
        <p:scale>
          <a:sx n="60" d="100"/>
          <a:sy n="60" d="100"/>
        </p:scale>
        <p:origin x="72" y="1266"/>
      </p:cViewPr>
      <p:guideLst>
        <p:guide pos="1224"/>
        <p:guide pos="3840"/>
        <p:guide orient="horz" pos="1536"/>
        <p:guide pos="6456"/>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110" d="100"/>
          <a:sy n="110" d="100"/>
        </p:scale>
        <p:origin x="525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a:extLst>
              <a:ext uri="{FF2B5EF4-FFF2-40B4-BE49-F238E27FC236}">
                <a16:creationId xmlns:a16="http://schemas.microsoft.com/office/drawing/2014/main" id="{40E06DA1-7254-4F83-B1E4-BF5F76CF72C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a:p>
        </p:txBody>
      </p:sp>
      <p:sp>
        <p:nvSpPr>
          <p:cNvPr id="3" name="Tarih Yer Tutucusu 2">
            <a:extLst>
              <a:ext uri="{FF2B5EF4-FFF2-40B4-BE49-F238E27FC236}">
                <a16:creationId xmlns:a16="http://schemas.microsoft.com/office/drawing/2014/main" id="{DF78C967-1BD9-490C-B0D9-862040818F8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E25922E-8F29-4160-827A-295A9328E095}" type="datetime1">
              <a:rPr lang="tr-TR" smtClean="0"/>
              <a:t>19.03.2024</a:t>
            </a:fld>
            <a:endParaRPr lang="tr-TR"/>
          </a:p>
        </p:txBody>
      </p:sp>
      <p:sp>
        <p:nvSpPr>
          <p:cNvPr id="4" name="Alt Bilgi Yer Tutucusu 3">
            <a:extLst>
              <a:ext uri="{FF2B5EF4-FFF2-40B4-BE49-F238E27FC236}">
                <a16:creationId xmlns:a16="http://schemas.microsoft.com/office/drawing/2014/main" id="{6CEFE8E8-087F-468F-A82E-B9C86AEB6FD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a:p>
        </p:txBody>
      </p:sp>
      <p:sp>
        <p:nvSpPr>
          <p:cNvPr id="5" name="Slayt Numarası Yer Tutucusu 4">
            <a:extLst>
              <a:ext uri="{FF2B5EF4-FFF2-40B4-BE49-F238E27FC236}">
                <a16:creationId xmlns:a16="http://schemas.microsoft.com/office/drawing/2014/main" id="{8FB55752-D1FE-4251-80C6-AF69BCEDDC5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B441243-E346-4AF8-A8BE-A00B651C5070}" type="slidenum">
              <a:rPr lang="tr-TR" smtClean="0"/>
              <a:t>‹#›</a:t>
            </a:fld>
            <a:endParaRPr lang="tr-TR"/>
          </a:p>
        </p:txBody>
      </p:sp>
    </p:spTree>
    <p:extLst>
      <p:ext uri="{BB962C8B-B14F-4D97-AF65-F5344CB8AC3E}">
        <p14:creationId xmlns:p14="http://schemas.microsoft.com/office/powerpoint/2010/main" val="275992781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64AF1244-A4A4-49D7-87C3-55CC30A93A6B}" type="datetime1">
              <a:rPr lang="tr-TR" noProof="0" smtClean="0"/>
              <a:t>19.03.2024</a:t>
            </a:fld>
            <a:endParaRPr lang="tr-TR" noProof="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F59A8F8-ADC6-401C-83FE-1703170D9E28}" type="slidenum">
              <a:rPr lang="tr-TR" noProof="0" smtClean="0"/>
              <a:t>‹#›</a:t>
            </a:fld>
            <a:endParaRPr lang="tr-TR" noProof="0"/>
          </a:p>
        </p:txBody>
      </p:sp>
    </p:spTree>
    <p:extLst>
      <p:ext uri="{BB962C8B-B14F-4D97-AF65-F5344CB8AC3E}">
        <p14:creationId xmlns:p14="http://schemas.microsoft.com/office/powerpoint/2010/main" val="325817953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1</a:t>
            </a:fld>
            <a:endParaRPr lang="tr-TR"/>
          </a:p>
        </p:txBody>
      </p:sp>
    </p:spTree>
    <p:extLst>
      <p:ext uri="{BB962C8B-B14F-4D97-AF65-F5344CB8AC3E}">
        <p14:creationId xmlns:p14="http://schemas.microsoft.com/office/powerpoint/2010/main" val="2074135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2</a:t>
            </a:fld>
            <a:endParaRPr lang="tr-TR"/>
          </a:p>
        </p:txBody>
      </p:sp>
    </p:spTree>
    <p:extLst>
      <p:ext uri="{BB962C8B-B14F-4D97-AF65-F5344CB8AC3E}">
        <p14:creationId xmlns:p14="http://schemas.microsoft.com/office/powerpoint/2010/main" val="1030955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3</a:t>
            </a:fld>
            <a:endParaRPr lang="tr-TR"/>
          </a:p>
        </p:txBody>
      </p:sp>
    </p:spTree>
    <p:extLst>
      <p:ext uri="{BB962C8B-B14F-4D97-AF65-F5344CB8AC3E}">
        <p14:creationId xmlns:p14="http://schemas.microsoft.com/office/powerpoint/2010/main" val="2363930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4</a:t>
            </a:fld>
            <a:endParaRPr lang="tr-TR"/>
          </a:p>
        </p:txBody>
      </p:sp>
    </p:spTree>
    <p:extLst>
      <p:ext uri="{BB962C8B-B14F-4D97-AF65-F5344CB8AC3E}">
        <p14:creationId xmlns:p14="http://schemas.microsoft.com/office/powerpoint/2010/main" val="1303564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5</a:t>
            </a:fld>
            <a:endParaRPr lang="tr-TR"/>
          </a:p>
        </p:txBody>
      </p:sp>
    </p:spTree>
    <p:extLst>
      <p:ext uri="{BB962C8B-B14F-4D97-AF65-F5344CB8AC3E}">
        <p14:creationId xmlns:p14="http://schemas.microsoft.com/office/powerpoint/2010/main" val="282119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6</a:t>
            </a:fld>
            <a:endParaRPr lang="tr-TR"/>
          </a:p>
        </p:txBody>
      </p:sp>
    </p:spTree>
    <p:extLst>
      <p:ext uri="{BB962C8B-B14F-4D97-AF65-F5344CB8AC3E}">
        <p14:creationId xmlns:p14="http://schemas.microsoft.com/office/powerpoint/2010/main" val="860218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7</a:t>
            </a:fld>
            <a:endParaRPr lang="tr-TR"/>
          </a:p>
        </p:txBody>
      </p:sp>
    </p:spTree>
    <p:extLst>
      <p:ext uri="{BB962C8B-B14F-4D97-AF65-F5344CB8AC3E}">
        <p14:creationId xmlns:p14="http://schemas.microsoft.com/office/powerpoint/2010/main" val="3101019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8</a:t>
            </a:fld>
            <a:endParaRPr lang="tr-TR"/>
          </a:p>
        </p:txBody>
      </p:sp>
    </p:spTree>
    <p:extLst>
      <p:ext uri="{BB962C8B-B14F-4D97-AF65-F5344CB8AC3E}">
        <p14:creationId xmlns:p14="http://schemas.microsoft.com/office/powerpoint/2010/main" val="4022463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9</a:t>
            </a:fld>
            <a:endParaRPr lang="tr-TR"/>
          </a:p>
        </p:txBody>
      </p:sp>
    </p:spTree>
    <p:extLst>
      <p:ext uri="{BB962C8B-B14F-4D97-AF65-F5344CB8AC3E}">
        <p14:creationId xmlns:p14="http://schemas.microsoft.com/office/powerpoint/2010/main" val="2705684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10</a:t>
            </a:fld>
            <a:endParaRPr lang="tr-TR"/>
          </a:p>
        </p:txBody>
      </p:sp>
    </p:spTree>
    <p:extLst>
      <p:ext uri="{BB962C8B-B14F-4D97-AF65-F5344CB8AC3E}">
        <p14:creationId xmlns:p14="http://schemas.microsoft.com/office/powerpoint/2010/main" val="2548219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11</a:t>
            </a:fld>
            <a:endParaRPr lang="tr-TR"/>
          </a:p>
        </p:txBody>
      </p:sp>
    </p:spTree>
    <p:extLst>
      <p:ext uri="{BB962C8B-B14F-4D97-AF65-F5344CB8AC3E}">
        <p14:creationId xmlns:p14="http://schemas.microsoft.com/office/powerpoint/2010/main" val="950844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12</a:t>
            </a:fld>
            <a:endParaRPr lang="tr-TR"/>
          </a:p>
        </p:txBody>
      </p:sp>
    </p:spTree>
    <p:extLst>
      <p:ext uri="{BB962C8B-B14F-4D97-AF65-F5344CB8AC3E}">
        <p14:creationId xmlns:p14="http://schemas.microsoft.com/office/powerpoint/2010/main" val="594178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13</a:t>
            </a:fld>
            <a:endParaRPr lang="tr-TR"/>
          </a:p>
        </p:txBody>
      </p:sp>
    </p:spTree>
    <p:extLst>
      <p:ext uri="{BB962C8B-B14F-4D97-AF65-F5344CB8AC3E}">
        <p14:creationId xmlns:p14="http://schemas.microsoft.com/office/powerpoint/2010/main" val="1392533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14</a:t>
            </a:fld>
            <a:endParaRPr lang="tr-TR"/>
          </a:p>
        </p:txBody>
      </p:sp>
    </p:spTree>
    <p:extLst>
      <p:ext uri="{BB962C8B-B14F-4D97-AF65-F5344CB8AC3E}">
        <p14:creationId xmlns:p14="http://schemas.microsoft.com/office/powerpoint/2010/main" val="21043938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15</a:t>
            </a:fld>
            <a:endParaRPr lang="tr-TR"/>
          </a:p>
        </p:txBody>
      </p:sp>
    </p:spTree>
    <p:extLst>
      <p:ext uri="{BB962C8B-B14F-4D97-AF65-F5344CB8AC3E}">
        <p14:creationId xmlns:p14="http://schemas.microsoft.com/office/powerpoint/2010/main" val="31395856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a:p>
        </p:txBody>
      </p:sp>
      <p:sp>
        <p:nvSpPr>
          <p:cNvPr id="4" name="Slayt Numarası Yer Tutucusu 3"/>
          <p:cNvSpPr>
            <a:spLocks noGrp="1"/>
          </p:cNvSpPr>
          <p:nvPr>
            <p:ph type="sldNum" sz="quarter" idx="5"/>
          </p:nvPr>
        </p:nvSpPr>
        <p:spPr/>
        <p:txBody>
          <a:bodyPr rtlCol="0"/>
          <a:lstStyle/>
          <a:p>
            <a:pPr rtl="0"/>
            <a:fld id="{0F59A8F8-ADC6-401C-83FE-1703170D9E28}" type="slidenum">
              <a:rPr lang="tr-TR" smtClean="0"/>
              <a:t>16</a:t>
            </a:fld>
            <a:endParaRPr lang="tr-TR"/>
          </a:p>
        </p:txBody>
      </p:sp>
    </p:spTree>
    <p:extLst>
      <p:ext uri="{BB962C8B-B14F-4D97-AF65-F5344CB8AC3E}">
        <p14:creationId xmlns:p14="http://schemas.microsoft.com/office/powerpoint/2010/main" val="3224324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381000" y="4814306"/>
            <a:ext cx="11430000" cy="914400"/>
          </a:xfrm>
        </p:spPr>
        <p:txBody>
          <a:bodyPr rtlCol="0" anchor="b" anchorCtr="0">
            <a:normAutofit/>
          </a:bodyPr>
          <a:lstStyle>
            <a:lvl1pPr algn="ctr">
              <a:defRPr sz="4400" baseline="0"/>
            </a:lvl1pPr>
          </a:lstStyle>
          <a:p>
            <a:pPr rtl="0"/>
            <a:r>
              <a:rPr lang="tr-TR" noProof="0"/>
              <a:t>Ana başlık stilini düzenlemek için tıklayın</a:t>
            </a:r>
          </a:p>
        </p:txBody>
      </p:sp>
      <p:sp>
        <p:nvSpPr>
          <p:cNvPr id="3" name="Alt Başlık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524000" y="5727142"/>
            <a:ext cx="9144000" cy="457200"/>
          </a:xfrm>
        </p:spPr>
        <p:txBody>
          <a:bodyPr rtlCol="0">
            <a:normAutofit/>
          </a:bodyPr>
          <a:lstStyle>
            <a:lvl1pPr marL="0" indent="0" algn="ctr">
              <a:buNone/>
              <a:defRPr sz="20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tr-TR" noProof="0"/>
              <a:t>Asıl alt başlık stilini düzenlemek için tıklatın</a:t>
            </a:r>
          </a:p>
        </p:txBody>
      </p:sp>
      <p:sp>
        <p:nvSpPr>
          <p:cNvPr id="5" name="Resim Yer Tutucusu 4">
            <a:extLst>
              <a:ext uri="{FF2B5EF4-FFF2-40B4-BE49-F238E27FC236}">
                <a16:creationId xmlns:a16="http://schemas.microsoft.com/office/drawing/2014/main" id="{A5C2095F-7B39-4759-AE92-AE50B6BA5326}"/>
              </a:ext>
            </a:extLst>
          </p:cNvPr>
          <p:cNvSpPr>
            <a:spLocks noGrp="1"/>
          </p:cNvSpPr>
          <p:nvPr>
            <p:ph type="pic" sz="quarter" idx="10"/>
          </p:nvPr>
        </p:nvSpPr>
        <p:spPr>
          <a:xfrm>
            <a:off x="0" y="0"/>
            <a:ext cx="2971800" cy="4498848"/>
          </a:xfrm>
          <a:solidFill>
            <a:schemeClr val="accent5"/>
          </a:solidFill>
        </p:spPr>
        <p:txBody>
          <a:bodyPr rtlCol="0">
            <a:normAutofit/>
          </a:bodyPr>
          <a:lstStyle>
            <a:lvl1pPr>
              <a:defRPr sz="2000"/>
            </a:lvl1pPr>
          </a:lstStyle>
          <a:p>
            <a:pPr rtl="0"/>
            <a:r>
              <a:rPr lang="tr-TR" noProof="0"/>
              <a:t>Resim eklemek için simgeye tıklayın</a:t>
            </a:r>
          </a:p>
        </p:txBody>
      </p:sp>
      <p:sp>
        <p:nvSpPr>
          <p:cNvPr id="8" name="Resim Yer Tutucusu 4">
            <a:extLst>
              <a:ext uri="{FF2B5EF4-FFF2-40B4-BE49-F238E27FC236}">
                <a16:creationId xmlns:a16="http://schemas.microsoft.com/office/drawing/2014/main" id="{0B0A5D79-F0F4-45CE-B062-C2E357A0618C}"/>
              </a:ext>
            </a:extLst>
          </p:cNvPr>
          <p:cNvSpPr>
            <a:spLocks noGrp="1"/>
          </p:cNvSpPr>
          <p:nvPr>
            <p:ph type="pic" sz="quarter" idx="13"/>
          </p:nvPr>
        </p:nvSpPr>
        <p:spPr>
          <a:xfrm>
            <a:off x="3088640" y="0"/>
            <a:ext cx="2971800" cy="4498848"/>
          </a:xfrm>
          <a:solidFill>
            <a:schemeClr val="accent5"/>
          </a:solidFill>
        </p:spPr>
        <p:txBody>
          <a:bodyPr rtlCol="0">
            <a:normAutofit/>
          </a:bodyPr>
          <a:lstStyle>
            <a:lvl1pPr>
              <a:defRPr sz="2000"/>
            </a:lvl1pPr>
          </a:lstStyle>
          <a:p>
            <a:pPr rtl="0"/>
            <a:r>
              <a:rPr lang="tr-TR" noProof="0"/>
              <a:t>Resim eklemek için simgeye tıklayın</a:t>
            </a:r>
          </a:p>
        </p:txBody>
      </p:sp>
      <p:sp>
        <p:nvSpPr>
          <p:cNvPr id="7" name="Resim Yer Tutucusu 4">
            <a:extLst>
              <a:ext uri="{FF2B5EF4-FFF2-40B4-BE49-F238E27FC236}">
                <a16:creationId xmlns:a16="http://schemas.microsoft.com/office/drawing/2014/main" id="{805D607A-0932-4D45-85E9-8409F3427E06}"/>
              </a:ext>
            </a:extLst>
          </p:cNvPr>
          <p:cNvSpPr>
            <a:spLocks noGrp="1"/>
          </p:cNvSpPr>
          <p:nvPr>
            <p:ph type="pic" sz="quarter" idx="12"/>
          </p:nvPr>
        </p:nvSpPr>
        <p:spPr>
          <a:xfrm>
            <a:off x="6177280" y="0"/>
            <a:ext cx="2971800" cy="4498848"/>
          </a:xfrm>
          <a:solidFill>
            <a:schemeClr val="accent5"/>
          </a:solidFill>
        </p:spPr>
        <p:txBody>
          <a:bodyPr rtlCol="0">
            <a:normAutofit/>
          </a:bodyPr>
          <a:lstStyle>
            <a:lvl1pPr>
              <a:defRPr sz="2000"/>
            </a:lvl1pPr>
          </a:lstStyle>
          <a:p>
            <a:pPr rtl="0"/>
            <a:r>
              <a:rPr lang="tr-TR" noProof="0"/>
              <a:t>Resim eklemek için simgeye tıklayın</a:t>
            </a:r>
          </a:p>
        </p:txBody>
      </p:sp>
      <p:sp>
        <p:nvSpPr>
          <p:cNvPr id="6" name="Resim Yer Tutucusu 4">
            <a:extLst>
              <a:ext uri="{FF2B5EF4-FFF2-40B4-BE49-F238E27FC236}">
                <a16:creationId xmlns:a16="http://schemas.microsoft.com/office/drawing/2014/main" id="{68161B2D-4407-42D9-AB65-087A0993DC9B}"/>
              </a:ext>
            </a:extLst>
          </p:cNvPr>
          <p:cNvSpPr>
            <a:spLocks noGrp="1"/>
          </p:cNvSpPr>
          <p:nvPr>
            <p:ph type="pic" sz="quarter" idx="11"/>
          </p:nvPr>
        </p:nvSpPr>
        <p:spPr>
          <a:xfrm>
            <a:off x="9265920" y="0"/>
            <a:ext cx="2971800" cy="4498848"/>
          </a:xfrm>
          <a:solidFill>
            <a:schemeClr val="accent5"/>
          </a:solidFill>
        </p:spPr>
        <p:txBody>
          <a:bodyPr rtlCol="0">
            <a:normAutofit/>
          </a:bodyPr>
          <a:lstStyle>
            <a:lvl1pPr>
              <a:defRPr sz="2000"/>
            </a:lvl1pPr>
          </a:lstStyle>
          <a:p>
            <a:pPr rtl="0"/>
            <a:r>
              <a:rPr lang="tr-TR" noProof="0"/>
              <a:t>Resim eklemek için simgeye tıklayın</a:t>
            </a:r>
          </a:p>
        </p:txBody>
      </p:sp>
      <p:grpSp>
        <p:nvGrpSpPr>
          <p:cNvPr id="9" name="Sağ Alt">
            <a:extLst>
              <a:ext uri="{FF2B5EF4-FFF2-40B4-BE49-F238E27FC236}">
                <a16:creationId xmlns:a16="http://schemas.microsoft.com/office/drawing/2014/main" id="{0ADFF9C3-7C25-4ED5-81ED-9431FC8E32D4}"/>
              </a:ext>
              <a:ext uri="{C183D7F6-B498-43B3-948B-1728B52AA6E4}">
                <adec:decorative xmlns:adec="http://schemas.microsoft.com/office/drawing/2017/decorative" val="1"/>
              </a:ext>
            </a:extLst>
          </p:cNvPr>
          <p:cNvGrpSpPr/>
          <p:nvPr userDrawn="1"/>
        </p:nvGrpSpPr>
        <p:grpSpPr>
          <a:xfrm flipH="1">
            <a:off x="-1" y="4222592"/>
            <a:ext cx="4572000" cy="2635408"/>
            <a:chOff x="7980400" y="3276601"/>
            <a:chExt cx="4211600" cy="3581399"/>
          </a:xfrm>
        </p:grpSpPr>
        <p:grpSp>
          <p:nvGrpSpPr>
            <p:cNvPr id="10" name="Grafik 157">
              <a:extLst>
                <a:ext uri="{FF2B5EF4-FFF2-40B4-BE49-F238E27FC236}">
                  <a16:creationId xmlns:a16="http://schemas.microsoft.com/office/drawing/2014/main" id="{3855FED8-087A-4ECA-B19E-7F86739CBA0B}"/>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12" name="Serbest Biçim: Şekil 24">
                <a:extLst>
                  <a:ext uri="{FF2B5EF4-FFF2-40B4-BE49-F238E27FC236}">
                    <a16:creationId xmlns:a16="http://schemas.microsoft.com/office/drawing/2014/main" id="{A926BA7E-AF91-486C-A25D-9D87EB199516}"/>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3" name="Serbest Biçim: Şekil 25">
                <a:extLst>
                  <a:ext uri="{FF2B5EF4-FFF2-40B4-BE49-F238E27FC236}">
                    <a16:creationId xmlns:a16="http://schemas.microsoft.com/office/drawing/2014/main" id="{86FE3C9D-35BA-4B6F-BA75-1B08C63477BB}"/>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4" name="Serbest Biçim: Şekil 26">
                <a:extLst>
                  <a:ext uri="{FF2B5EF4-FFF2-40B4-BE49-F238E27FC236}">
                    <a16:creationId xmlns:a16="http://schemas.microsoft.com/office/drawing/2014/main" id="{23288AEC-C6CA-4B67-910D-25E4BD973434}"/>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5" name="Serbest Biçim: Şekil 30">
                <a:extLst>
                  <a:ext uri="{FF2B5EF4-FFF2-40B4-BE49-F238E27FC236}">
                    <a16:creationId xmlns:a16="http://schemas.microsoft.com/office/drawing/2014/main" id="{6F549CCC-D405-4BA1-A232-C56449416BE9}"/>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6" name="Serbest Biçim: Şekil 31">
                <a:extLst>
                  <a:ext uri="{FF2B5EF4-FFF2-40B4-BE49-F238E27FC236}">
                    <a16:creationId xmlns:a16="http://schemas.microsoft.com/office/drawing/2014/main" id="{0173928B-6BE7-48C8-BC2D-FA9D803DE7F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7" name="Serbest Biçim: Şekil 32">
                <a:extLst>
                  <a:ext uri="{FF2B5EF4-FFF2-40B4-BE49-F238E27FC236}">
                    <a16:creationId xmlns:a16="http://schemas.microsoft.com/office/drawing/2014/main" id="{15D84E21-7BFE-4F1A-AFFC-A624A12B4339}"/>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8" name="Serbest Biçim: Şekil 36">
                <a:extLst>
                  <a:ext uri="{FF2B5EF4-FFF2-40B4-BE49-F238E27FC236}">
                    <a16:creationId xmlns:a16="http://schemas.microsoft.com/office/drawing/2014/main" id="{2DEA3AAE-0C03-42C2-A70B-763D840692BB}"/>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grpSp>
        <p:sp>
          <p:nvSpPr>
            <p:cNvPr id="11" name="Serbest Biçim: Şekil 23">
              <a:extLst>
                <a:ext uri="{FF2B5EF4-FFF2-40B4-BE49-F238E27FC236}">
                  <a16:creationId xmlns:a16="http://schemas.microsoft.com/office/drawing/2014/main" id="{B7386810-4CAD-4571-8758-D163D51A48FB}"/>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tr-TR" noProof="0"/>
            </a:p>
          </p:txBody>
        </p:sp>
      </p:gr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ündem">
    <p:spTree>
      <p:nvGrpSpPr>
        <p:cNvPr id="1" name=""/>
        <p:cNvGrpSpPr/>
        <p:nvPr/>
      </p:nvGrpSpPr>
      <p:grpSpPr>
        <a:xfrm>
          <a:off x="0" y="0"/>
          <a:ext cx="0" cy="0"/>
          <a:chOff x="0" y="0"/>
          <a:chExt cx="0" cy="0"/>
        </a:xfrm>
      </p:grpSpPr>
      <p:grpSp>
        <p:nvGrpSpPr>
          <p:cNvPr id="9" name="Sağ Üst">
            <a:extLst>
              <a:ext uri="{FF2B5EF4-FFF2-40B4-BE49-F238E27FC236}">
                <a16:creationId xmlns:a16="http://schemas.microsoft.com/office/drawing/2014/main" id="{BACCE7B0-8D06-4252-8429-A339167D208C}"/>
              </a:ext>
              <a:ext uri="{C183D7F6-B498-43B3-948B-1728B52AA6E4}">
                <adec:decorative xmlns:adec="http://schemas.microsoft.com/office/drawing/2017/decorative" val="1"/>
              </a:ext>
            </a:extLst>
          </p:cNvPr>
          <p:cNvGrpSpPr/>
          <p:nvPr userDrawn="1"/>
        </p:nvGrpSpPr>
        <p:grpSpPr>
          <a:xfrm rot="10800000">
            <a:off x="1975339" y="2702248"/>
            <a:ext cx="2062373" cy="4155752"/>
            <a:chOff x="10849" y="15178"/>
            <a:chExt cx="2198951" cy="3331254"/>
          </a:xfrm>
        </p:grpSpPr>
        <p:sp>
          <p:nvSpPr>
            <p:cNvPr id="12" name="Serbest Biçim: Şekil 10">
              <a:extLst>
                <a:ext uri="{FF2B5EF4-FFF2-40B4-BE49-F238E27FC236}">
                  <a16:creationId xmlns:a16="http://schemas.microsoft.com/office/drawing/2014/main" id="{23D7796B-4F31-43D2-9935-135F7251B352}"/>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3" name="Serbest Biçim: Şekil 11">
              <a:extLst>
                <a:ext uri="{FF2B5EF4-FFF2-40B4-BE49-F238E27FC236}">
                  <a16:creationId xmlns:a16="http://schemas.microsoft.com/office/drawing/2014/main" id="{023B3E92-CF7A-41F8-A5D4-FDD8C26708DC}"/>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4" name="Serbest Biçim: Şekil 12">
              <a:extLst>
                <a:ext uri="{FF2B5EF4-FFF2-40B4-BE49-F238E27FC236}">
                  <a16:creationId xmlns:a16="http://schemas.microsoft.com/office/drawing/2014/main" id="{2194F273-6079-4D58-A510-0EBF4227520D}"/>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5" name="Serbest Biçim: Şekil 13">
              <a:extLst>
                <a:ext uri="{FF2B5EF4-FFF2-40B4-BE49-F238E27FC236}">
                  <a16:creationId xmlns:a16="http://schemas.microsoft.com/office/drawing/2014/main" id="{AEC3FE6A-D4E9-4F9B-B689-9C5BF9326B6B}"/>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6" name="Serbest Biçim: Şekil 14">
              <a:extLst>
                <a:ext uri="{FF2B5EF4-FFF2-40B4-BE49-F238E27FC236}">
                  <a16:creationId xmlns:a16="http://schemas.microsoft.com/office/drawing/2014/main" id="{B52D8E87-7BE8-4B9B-B18D-68C99705EECD}"/>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7" name="Serbest Biçim: Şekil 15">
              <a:extLst>
                <a:ext uri="{FF2B5EF4-FFF2-40B4-BE49-F238E27FC236}">
                  <a16:creationId xmlns:a16="http://schemas.microsoft.com/office/drawing/2014/main" id="{6958AF13-A360-492B-8F33-E0608A11E679}"/>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8" name="Serbest Biçim: Şekil 16">
              <a:extLst>
                <a:ext uri="{FF2B5EF4-FFF2-40B4-BE49-F238E27FC236}">
                  <a16:creationId xmlns:a16="http://schemas.microsoft.com/office/drawing/2014/main" id="{337AF046-BF07-462B-82F1-2215317CC3A6}"/>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pPr rtl="0"/>
              <a:endParaRPr lang="tr-TR" noProof="0"/>
            </a:p>
          </p:txBody>
        </p:sp>
      </p:grpSp>
      <p:sp>
        <p:nvSpPr>
          <p:cNvPr id="2" name="Başlık 1">
            <a:extLst>
              <a:ext uri="{FF2B5EF4-FFF2-40B4-BE49-F238E27FC236}">
                <a16:creationId xmlns:a16="http://schemas.microsoft.com/office/drawing/2014/main" id="{3CD97974-B93C-4C96-B3F6-F69E3D6DE6CA}"/>
              </a:ext>
            </a:extLst>
          </p:cNvPr>
          <p:cNvSpPr>
            <a:spLocks noGrp="1"/>
          </p:cNvSpPr>
          <p:nvPr>
            <p:ph type="title" hasCustomPrompt="1"/>
          </p:nvPr>
        </p:nvSpPr>
        <p:spPr>
          <a:xfrm>
            <a:off x="841248" y="381000"/>
            <a:ext cx="2552700" cy="1325563"/>
          </a:xfrm>
        </p:spPr>
        <p:txBody>
          <a:bodyPr rtlCol="0">
            <a:noAutofit/>
          </a:bodyPr>
          <a:lstStyle>
            <a:lvl1pPr>
              <a:defRPr sz="3000" baseline="0"/>
            </a:lvl1pPr>
          </a:lstStyle>
          <a:p>
            <a:pPr rtl="0"/>
            <a:r>
              <a:rPr lang="tr-TR" noProof="0"/>
              <a:t>ANA BAŞLIK STİLİNİ DÜZENLEMEK İÇİN TIKLAYIN</a:t>
            </a:r>
          </a:p>
        </p:txBody>
      </p:sp>
      <p:sp>
        <p:nvSpPr>
          <p:cNvPr id="5" name="Metin Yer Tutucusu 4">
            <a:extLst>
              <a:ext uri="{FF2B5EF4-FFF2-40B4-BE49-F238E27FC236}">
                <a16:creationId xmlns:a16="http://schemas.microsoft.com/office/drawing/2014/main" id="{CAF77331-6002-494B-B704-DDA9DEBB6491}"/>
              </a:ext>
            </a:extLst>
          </p:cNvPr>
          <p:cNvSpPr>
            <a:spLocks noGrp="1"/>
          </p:cNvSpPr>
          <p:nvPr>
            <p:ph type="body" sz="quarter" idx="10"/>
          </p:nvPr>
        </p:nvSpPr>
        <p:spPr>
          <a:xfrm>
            <a:off x="841248" y="1789113"/>
            <a:ext cx="2552700" cy="2696918"/>
          </a:xfrm>
        </p:spPr>
        <p:txBody>
          <a:bodyPr rtlCol="0">
            <a:normAutofit/>
          </a:bodyPr>
          <a:lstStyle>
            <a:lvl1pPr marL="0" indent="0">
              <a:lnSpc>
                <a:spcPts val="2200"/>
              </a:lnSpc>
              <a:buFont typeface="Arial" panose="020B0604020202020204" pitchFamily="34" charset="0"/>
              <a:buNone/>
              <a:defRPr sz="1600"/>
            </a:lvl1pPr>
            <a:lvl2pPr marL="457200" indent="0">
              <a:lnSpc>
                <a:spcPts val="2200"/>
              </a:lnSpc>
              <a:buFont typeface="Arial" panose="020B0604020202020204" pitchFamily="34" charset="0"/>
              <a:buNone/>
              <a:defRPr sz="1600"/>
            </a:lvl2pPr>
            <a:lvl3pPr marL="914400" indent="0">
              <a:lnSpc>
                <a:spcPts val="2200"/>
              </a:lnSpc>
              <a:buFont typeface="Arial" panose="020B0604020202020204" pitchFamily="34" charset="0"/>
              <a:buNone/>
              <a:defRPr sz="1600"/>
            </a:lvl3pPr>
            <a:lvl4pPr marL="1371600" indent="0">
              <a:lnSpc>
                <a:spcPts val="2200"/>
              </a:lnSpc>
              <a:buFont typeface="Arial" panose="020B0604020202020204" pitchFamily="34" charset="0"/>
              <a:buNone/>
              <a:defRPr sz="1600"/>
            </a:lvl4pPr>
            <a:lvl5pPr marL="1828800" indent="0">
              <a:lnSpc>
                <a:spcPts val="2200"/>
              </a:lnSpc>
              <a:buFont typeface="Arial" panose="020B0604020202020204" pitchFamily="34" charset="0"/>
              <a:buNone/>
              <a:defRPr sz="160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6" name="Tarih Yer Tutucusu 6">
            <a:extLst>
              <a:ext uri="{FF2B5EF4-FFF2-40B4-BE49-F238E27FC236}">
                <a16:creationId xmlns:a16="http://schemas.microsoft.com/office/drawing/2014/main" id="{A1F8D2B3-30A8-4B83-A5C0-C99EF8934201}"/>
              </a:ext>
            </a:extLst>
          </p:cNvPr>
          <p:cNvSpPr>
            <a:spLocks noGrp="1"/>
          </p:cNvSpPr>
          <p:nvPr>
            <p:ph type="dt" sz="half" idx="12"/>
          </p:nvPr>
        </p:nvSpPr>
        <p:spPr>
          <a:xfrm>
            <a:off x="838200" y="6356350"/>
            <a:ext cx="2743200" cy="365125"/>
          </a:xfrm>
        </p:spPr>
        <p:txBody>
          <a:bodyPr rtlCol="0"/>
          <a:lstStyle/>
          <a:p>
            <a:pPr rtl="0"/>
            <a:r>
              <a:rPr lang="tr-TR" noProof="0"/>
              <a:t>20XX</a:t>
            </a:r>
          </a:p>
        </p:txBody>
      </p:sp>
      <p:sp>
        <p:nvSpPr>
          <p:cNvPr id="7" name="Resim Yer Tutucusu 6">
            <a:extLst>
              <a:ext uri="{FF2B5EF4-FFF2-40B4-BE49-F238E27FC236}">
                <a16:creationId xmlns:a16="http://schemas.microsoft.com/office/drawing/2014/main" id="{33713A46-E629-418A-9E89-B20468B63A34}"/>
              </a:ext>
            </a:extLst>
          </p:cNvPr>
          <p:cNvSpPr>
            <a:spLocks noGrp="1"/>
          </p:cNvSpPr>
          <p:nvPr>
            <p:ph type="pic" sz="quarter" idx="11"/>
          </p:nvPr>
        </p:nvSpPr>
        <p:spPr>
          <a:xfrm>
            <a:off x="4035552" y="0"/>
            <a:ext cx="8156448" cy="6858000"/>
          </a:xfrm>
          <a:solidFill>
            <a:schemeClr val="accent5"/>
          </a:solidFill>
        </p:spPr>
        <p:txBody>
          <a:bodyPr rtlCol="0"/>
          <a:lstStyle/>
          <a:p>
            <a:pPr rtl="0"/>
            <a:r>
              <a:rPr lang="tr-TR" noProof="0"/>
              <a:t>Resim eklemek için simgeye tıklayın</a:t>
            </a:r>
          </a:p>
        </p:txBody>
      </p:sp>
      <p:sp>
        <p:nvSpPr>
          <p:cNvPr id="8" name="Alt Bilgi Yer Tutucusu 7">
            <a:extLst>
              <a:ext uri="{FF2B5EF4-FFF2-40B4-BE49-F238E27FC236}">
                <a16:creationId xmlns:a16="http://schemas.microsoft.com/office/drawing/2014/main" id="{01027371-9F9C-42B2-9592-42A983992645}"/>
              </a:ext>
            </a:extLst>
          </p:cNvPr>
          <p:cNvSpPr>
            <a:spLocks noGrp="1"/>
          </p:cNvSpPr>
          <p:nvPr>
            <p:ph type="ftr" sz="quarter" idx="13"/>
          </p:nvPr>
        </p:nvSpPr>
        <p:spPr>
          <a:xfrm>
            <a:off x="4038600" y="6356350"/>
            <a:ext cx="4114800" cy="365125"/>
          </a:xfrm>
        </p:spPr>
        <p:txBody>
          <a:bodyPr rtlCol="0"/>
          <a:lstStyle>
            <a:lvl1pPr>
              <a:defRPr>
                <a:solidFill>
                  <a:schemeClr val="bg1"/>
                </a:solidFill>
              </a:defRPr>
            </a:lvl1pPr>
          </a:lstStyle>
          <a:p>
            <a:pPr rtl="0"/>
            <a:r>
              <a:rPr lang="tr-TR" noProof="0"/>
              <a:t>Sunu başlığı</a:t>
            </a:r>
          </a:p>
        </p:txBody>
      </p:sp>
      <p:sp>
        <p:nvSpPr>
          <p:cNvPr id="10" name="Slayt Numarası Yer Tutucusu 8">
            <a:extLst>
              <a:ext uri="{FF2B5EF4-FFF2-40B4-BE49-F238E27FC236}">
                <a16:creationId xmlns:a16="http://schemas.microsoft.com/office/drawing/2014/main" id="{AD277C46-5330-47A5-B42E-8A406D22662D}"/>
              </a:ext>
            </a:extLst>
          </p:cNvPr>
          <p:cNvSpPr>
            <a:spLocks noGrp="1"/>
          </p:cNvSpPr>
          <p:nvPr>
            <p:ph type="sldNum" sz="quarter" idx="14"/>
          </p:nvPr>
        </p:nvSpPr>
        <p:spPr>
          <a:xfrm>
            <a:off x="8610600" y="6356350"/>
            <a:ext cx="2743200" cy="365125"/>
          </a:xfrm>
        </p:spPr>
        <p:txBody>
          <a:bodyPr rtlCol="0"/>
          <a:lstStyle>
            <a:lvl1pPr>
              <a:defRPr>
                <a:solidFill>
                  <a:schemeClr val="bg1"/>
                </a:solidFill>
              </a:defRPr>
            </a:lvl1pPr>
          </a:lstStyle>
          <a:p>
            <a:pPr rtl="0"/>
            <a:fld id="{294A09A9-5501-47C1-A89A-A340965A2BE2}" type="slidenum">
              <a:rPr lang="tr-TR" noProof="0" smtClean="0"/>
              <a:pPr/>
              <a:t>‹#›</a:t>
            </a:fld>
            <a:endParaRPr lang="tr-TR" noProof="0"/>
          </a:p>
        </p:txBody>
      </p:sp>
    </p:spTree>
    <p:extLst>
      <p:ext uri="{BB962C8B-B14F-4D97-AF65-F5344CB8AC3E}">
        <p14:creationId xmlns:p14="http://schemas.microsoft.com/office/powerpoint/2010/main" val="2675446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iriş 3">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CD97974-B93C-4C96-B3F6-F69E3D6DE6CA}"/>
              </a:ext>
            </a:extLst>
          </p:cNvPr>
          <p:cNvSpPr>
            <a:spLocks noGrp="1"/>
          </p:cNvSpPr>
          <p:nvPr>
            <p:ph type="title" hasCustomPrompt="1"/>
          </p:nvPr>
        </p:nvSpPr>
        <p:spPr>
          <a:xfrm>
            <a:off x="841248" y="381000"/>
            <a:ext cx="4572000" cy="1325563"/>
          </a:xfrm>
        </p:spPr>
        <p:txBody>
          <a:bodyPr rtlCol="0">
            <a:normAutofit/>
          </a:bodyPr>
          <a:lstStyle>
            <a:lvl1pPr>
              <a:defRPr sz="3000" baseline="0"/>
            </a:lvl1pPr>
          </a:lstStyle>
          <a:p>
            <a:pPr rtl="0"/>
            <a:r>
              <a:rPr lang="tr-TR" noProof="0"/>
              <a:t>ANA BAŞLIK STİLİNİ DÜZENLEMEK İÇİN TIKLAYIN</a:t>
            </a:r>
          </a:p>
        </p:txBody>
      </p:sp>
      <p:sp>
        <p:nvSpPr>
          <p:cNvPr id="5" name="Metin Yer Tutucusu 4">
            <a:extLst>
              <a:ext uri="{FF2B5EF4-FFF2-40B4-BE49-F238E27FC236}">
                <a16:creationId xmlns:a16="http://schemas.microsoft.com/office/drawing/2014/main" id="{CAF77331-6002-494B-B704-DDA9DEBB6491}"/>
              </a:ext>
            </a:extLst>
          </p:cNvPr>
          <p:cNvSpPr>
            <a:spLocks noGrp="1"/>
          </p:cNvSpPr>
          <p:nvPr>
            <p:ph type="body" sz="quarter" idx="10"/>
          </p:nvPr>
        </p:nvSpPr>
        <p:spPr>
          <a:xfrm>
            <a:off x="841248" y="1789112"/>
            <a:ext cx="4572000" cy="4166519"/>
          </a:xfrm>
        </p:spPr>
        <p:txBody>
          <a:bodyPr rtlCol="0">
            <a:normAutofit/>
          </a:bodyPr>
          <a:lstStyle>
            <a:lvl1pPr marL="0" indent="0">
              <a:lnSpc>
                <a:spcPts val="2200"/>
              </a:lnSpc>
              <a:buNone/>
              <a:defRPr sz="1600"/>
            </a:lvl1pPr>
            <a:lvl2pPr marL="457200" indent="0">
              <a:lnSpc>
                <a:spcPts val="2200"/>
              </a:lnSpc>
              <a:buNone/>
              <a:defRPr sz="1600"/>
            </a:lvl2pPr>
            <a:lvl3pPr marL="914400" indent="0">
              <a:lnSpc>
                <a:spcPts val="2200"/>
              </a:lnSpc>
              <a:buNone/>
              <a:defRPr sz="1600"/>
            </a:lvl3pPr>
            <a:lvl4pPr marL="1371600" indent="0">
              <a:lnSpc>
                <a:spcPts val="2200"/>
              </a:lnSpc>
              <a:buNone/>
              <a:defRPr sz="1600"/>
            </a:lvl4pPr>
            <a:lvl5pPr marL="1828800" indent="0">
              <a:lnSpc>
                <a:spcPts val="2200"/>
              </a:lnSpc>
              <a:buNone/>
              <a:defRPr sz="160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14" name="Tarih Yer Tutucusu 6">
            <a:extLst>
              <a:ext uri="{FF2B5EF4-FFF2-40B4-BE49-F238E27FC236}">
                <a16:creationId xmlns:a16="http://schemas.microsoft.com/office/drawing/2014/main" id="{1717D704-6E87-4C09-AB8E-78E9D5F73955}"/>
              </a:ext>
            </a:extLst>
          </p:cNvPr>
          <p:cNvSpPr>
            <a:spLocks noGrp="1"/>
          </p:cNvSpPr>
          <p:nvPr>
            <p:ph type="dt" sz="half" idx="12"/>
          </p:nvPr>
        </p:nvSpPr>
        <p:spPr>
          <a:xfrm>
            <a:off x="838200" y="6356350"/>
            <a:ext cx="2743200" cy="365125"/>
          </a:xfrm>
        </p:spPr>
        <p:txBody>
          <a:bodyPr rtlCol="0"/>
          <a:lstStyle/>
          <a:p>
            <a:pPr rtl="0"/>
            <a:r>
              <a:rPr lang="tr-TR" noProof="0"/>
              <a:t>20XX</a:t>
            </a:r>
          </a:p>
        </p:txBody>
      </p:sp>
      <p:sp>
        <p:nvSpPr>
          <p:cNvPr id="9" name="Resim Yer Tutucusu 6">
            <a:extLst>
              <a:ext uri="{FF2B5EF4-FFF2-40B4-BE49-F238E27FC236}">
                <a16:creationId xmlns:a16="http://schemas.microsoft.com/office/drawing/2014/main" id="{6445CE96-5361-47BD-A601-9A41E497963B}"/>
              </a:ext>
            </a:extLst>
          </p:cNvPr>
          <p:cNvSpPr>
            <a:spLocks noGrp="1"/>
          </p:cNvSpPr>
          <p:nvPr>
            <p:ph type="pic" sz="quarter" idx="11"/>
          </p:nvPr>
        </p:nvSpPr>
        <p:spPr>
          <a:xfrm>
            <a:off x="8132064" y="0"/>
            <a:ext cx="4059936" cy="6858000"/>
          </a:xfrm>
          <a:solidFill>
            <a:schemeClr val="accent5"/>
          </a:solidFill>
        </p:spPr>
        <p:txBody>
          <a:bodyPr rtlCol="0"/>
          <a:lstStyle/>
          <a:p>
            <a:pPr rtl="0"/>
            <a:r>
              <a:rPr lang="tr-TR" noProof="0"/>
              <a:t>Resim eklemek için simgeye tıklayın</a:t>
            </a:r>
          </a:p>
        </p:txBody>
      </p:sp>
      <p:sp>
        <p:nvSpPr>
          <p:cNvPr id="13" name="Resim Yer Tutucusu 6">
            <a:extLst>
              <a:ext uri="{FF2B5EF4-FFF2-40B4-BE49-F238E27FC236}">
                <a16:creationId xmlns:a16="http://schemas.microsoft.com/office/drawing/2014/main" id="{184B2061-5123-4D27-826E-8B5E6F98AAC6}"/>
              </a:ext>
            </a:extLst>
          </p:cNvPr>
          <p:cNvSpPr>
            <a:spLocks noGrp="1"/>
          </p:cNvSpPr>
          <p:nvPr>
            <p:ph type="pic" sz="quarter" idx="16"/>
          </p:nvPr>
        </p:nvSpPr>
        <p:spPr>
          <a:xfrm>
            <a:off x="6095471" y="1412748"/>
            <a:ext cx="4041648" cy="4032504"/>
          </a:xfrm>
          <a:solidFill>
            <a:schemeClr val="accent5"/>
          </a:solidFill>
          <a:ln w="101600">
            <a:solidFill>
              <a:schemeClr val="bg1"/>
            </a:solidFill>
          </a:ln>
        </p:spPr>
        <p:txBody>
          <a:bodyPr rtlCol="0"/>
          <a:lstStyle/>
          <a:p>
            <a:pPr rtl="0"/>
            <a:r>
              <a:rPr lang="tr-TR" noProof="0"/>
              <a:t>Resim eklemek için simgeye tıklayın</a:t>
            </a:r>
          </a:p>
        </p:txBody>
      </p:sp>
      <p:sp>
        <p:nvSpPr>
          <p:cNvPr id="15" name="Alt Bilgi Yer Tutucusu 7">
            <a:extLst>
              <a:ext uri="{FF2B5EF4-FFF2-40B4-BE49-F238E27FC236}">
                <a16:creationId xmlns:a16="http://schemas.microsoft.com/office/drawing/2014/main" id="{7235C1BB-4D36-4657-8084-ED52E2DBF346}"/>
              </a:ext>
            </a:extLst>
          </p:cNvPr>
          <p:cNvSpPr>
            <a:spLocks noGrp="1"/>
          </p:cNvSpPr>
          <p:nvPr>
            <p:ph type="ftr" sz="quarter" idx="13"/>
          </p:nvPr>
        </p:nvSpPr>
        <p:spPr>
          <a:xfrm>
            <a:off x="4038600" y="6356350"/>
            <a:ext cx="4114800" cy="365125"/>
          </a:xfrm>
        </p:spPr>
        <p:txBody>
          <a:bodyPr rtlCol="0"/>
          <a:lstStyle>
            <a:lvl1pPr>
              <a:defRPr>
                <a:solidFill>
                  <a:schemeClr val="bg1">
                    <a:lumMod val="50000"/>
                  </a:schemeClr>
                </a:solidFill>
              </a:defRPr>
            </a:lvl1pPr>
          </a:lstStyle>
          <a:p>
            <a:pPr rtl="0"/>
            <a:r>
              <a:rPr lang="tr-TR" noProof="0"/>
              <a:t>Sunu başlığı</a:t>
            </a:r>
          </a:p>
        </p:txBody>
      </p:sp>
      <p:sp>
        <p:nvSpPr>
          <p:cNvPr id="16" name="Slayt Numarası Yer Tutucusu 8">
            <a:extLst>
              <a:ext uri="{FF2B5EF4-FFF2-40B4-BE49-F238E27FC236}">
                <a16:creationId xmlns:a16="http://schemas.microsoft.com/office/drawing/2014/main" id="{830BDA30-4954-480D-9CDA-DFEC700B4BAF}"/>
              </a:ext>
            </a:extLst>
          </p:cNvPr>
          <p:cNvSpPr>
            <a:spLocks noGrp="1"/>
          </p:cNvSpPr>
          <p:nvPr>
            <p:ph type="sldNum" sz="quarter" idx="14"/>
          </p:nvPr>
        </p:nvSpPr>
        <p:spPr>
          <a:xfrm>
            <a:off x="8610600" y="6356350"/>
            <a:ext cx="2743200" cy="365125"/>
          </a:xfrm>
        </p:spPr>
        <p:txBody>
          <a:bodyPr rtlCol="0"/>
          <a:lstStyle>
            <a:lvl1pPr>
              <a:defRPr>
                <a:solidFill>
                  <a:schemeClr val="bg1"/>
                </a:solidFill>
              </a:defRPr>
            </a:lvl1pPr>
          </a:lstStyle>
          <a:p>
            <a:pPr rtl="0"/>
            <a:fld id="{294A09A9-5501-47C1-A89A-A340965A2BE2}" type="slidenum">
              <a:rPr lang="tr-TR" noProof="0" smtClean="0"/>
              <a:pPr/>
              <a:t>‹#›</a:t>
            </a:fld>
            <a:endParaRPr lang="tr-TR" noProof="0"/>
          </a:p>
        </p:txBody>
      </p:sp>
    </p:spTree>
    <p:extLst>
      <p:ext uri="{BB962C8B-B14F-4D97-AF65-F5344CB8AC3E}">
        <p14:creationId xmlns:p14="http://schemas.microsoft.com/office/powerpoint/2010/main" val="2443991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DFA2E8-50A1-4465-AC33-6FAC0E7736E9}"/>
              </a:ext>
            </a:extLst>
          </p:cNvPr>
          <p:cNvSpPr>
            <a:spLocks noGrp="1"/>
          </p:cNvSpPr>
          <p:nvPr>
            <p:ph type="title" hasCustomPrompt="1"/>
          </p:nvPr>
        </p:nvSpPr>
        <p:spPr>
          <a:xfrm>
            <a:off x="831850" y="5074920"/>
            <a:ext cx="10515600" cy="603504"/>
          </a:xfrm>
        </p:spPr>
        <p:txBody>
          <a:bodyPr rtlCol="0" anchor="b">
            <a:normAutofit/>
          </a:bodyPr>
          <a:lstStyle>
            <a:lvl1pPr algn="ctr">
              <a:defRPr sz="3000" baseline="0"/>
            </a:lvl1pPr>
          </a:lstStyle>
          <a:p>
            <a:pPr rtl="0"/>
            <a:r>
              <a:rPr lang="tr-TR" noProof="0"/>
              <a:t>ASIL BAŞLIK STİLİNİ DÜZENLEMEK İÇİN TIKLAYIN</a:t>
            </a:r>
          </a:p>
        </p:txBody>
      </p:sp>
      <p:sp>
        <p:nvSpPr>
          <p:cNvPr id="8" name="Resim Yer Tutucusu 7">
            <a:extLst>
              <a:ext uri="{FF2B5EF4-FFF2-40B4-BE49-F238E27FC236}">
                <a16:creationId xmlns:a16="http://schemas.microsoft.com/office/drawing/2014/main" id="{01678D0D-E7C0-4B71-92B6-4809F88B7AF2}"/>
              </a:ext>
            </a:extLst>
          </p:cNvPr>
          <p:cNvSpPr>
            <a:spLocks noGrp="1"/>
          </p:cNvSpPr>
          <p:nvPr>
            <p:ph type="pic" sz="quarter" idx="13"/>
          </p:nvPr>
        </p:nvSpPr>
        <p:spPr>
          <a:xfrm>
            <a:off x="1524" y="0"/>
            <a:ext cx="12188952" cy="4572000"/>
          </a:xfrm>
          <a:solidFill>
            <a:schemeClr val="accent5"/>
          </a:solidFill>
        </p:spPr>
        <p:txBody>
          <a:bodyPr rtlCol="0"/>
          <a:lstStyle/>
          <a:p>
            <a:pPr rtl="0"/>
            <a:r>
              <a:rPr lang="tr-TR" noProof="0"/>
              <a:t>Resim eklemek için simgeye tıklayın</a:t>
            </a:r>
          </a:p>
        </p:txBody>
      </p:sp>
      <p:sp>
        <p:nvSpPr>
          <p:cNvPr id="3" name="Metin Yer Tutucusu 2">
            <a:extLst>
              <a:ext uri="{FF2B5EF4-FFF2-40B4-BE49-F238E27FC236}">
                <a16:creationId xmlns:a16="http://schemas.microsoft.com/office/drawing/2014/main" id="{2E65DE34-CDB7-41F7-A95A-592B99558C69}"/>
              </a:ext>
            </a:extLst>
          </p:cNvPr>
          <p:cNvSpPr>
            <a:spLocks noGrp="1"/>
          </p:cNvSpPr>
          <p:nvPr>
            <p:ph type="body" idx="1"/>
          </p:nvPr>
        </p:nvSpPr>
        <p:spPr>
          <a:xfrm>
            <a:off x="831850" y="5742432"/>
            <a:ext cx="10515600" cy="365760"/>
          </a:xfrm>
        </p:spPr>
        <p:txBody>
          <a:bodyPr rtlCol="0">
            <a:normAutofit/>
          </a:bodyPr>
          <a:lstStyle>
            <a:lvl1pPr marL="0" indent="0" algn="ctr">
              <a:buNone/>
              <a:defRPr sz="2000">
                <a:solidFill>
                  <a:schemeClr val="tx1">
                    <a:lumMod val="50000"/>
                    <a:lumOff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tr-TR" noProof="0"/>
              <a:t>Asıl metin stillerini düzenlemek için tıklayın</a:t>
            </a:r>
          </a:p>
        </p:txBody>
      </p:sp>
      <p:sp>
        <p:nvSpPr>
          <p:cNvPr id="4" name="Tarih Yer Tutucusu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lstStyle/>
          <a:p>
            <a:pPr rtl="0"/>
            <a:r>
              <a:rPr lang="tr-TR" noProof="0"/>
              <a:t>20XX</a:t>
            </a:r>
          </a:p>
        </p:txBody>
      </p:sp>
      <p:sp>
        <p:nvSpPr>
          <p:cNvPr id="5" name="Alt Bilgi Yer Tutucusu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lstStyle/>
          <a:p>
            <a:pPr rtl="0"/>
            <a:r>
              <a:rPr lang="tr-TR" noProof="0"/>
              <a:t>Sunu başlığı</a:t>
            </a:r>
          </a:p>
        </p:txBody>
      </p:sp>
      <p:sp>
        <p:nvSpPr>
          <p:cNvPr id="6" name="Slayt Numarası Yer Tutucusu 5">
            <a:extLst>
              <a:ext uri="{FF2B5EF4-FFF2-40B4-BE49-F238E27FC236}">
                <a16:creationId xmlns:a16="http://schemas.microsoft.com/office/drawing/2014/main" id="{DB69FC35-DDC8-45FB-8ACB-21C15F57C1F1}"/>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grpSp>
        <p:nvGrpSpPr>
          <p:cNvPr id="19" name="Sağ Alt">
            <a:extLst>
              <a:ext uri="{FF2B5EF4-FFF2-40B4-BE49-F238E27FC236}">
                <a16:creationId xmlns:a16="http://schemas.microsoft.com/office/drawing/2014/main" id="{9B4D6141-35CF-451D-BD01-FA735BAA36FD}"/>
              </a:ext>
              <a:ext uri="{C183D7F6-B498-43B3-948B-1728B52AA6E4}">
                <adec:decorative xmlns:adec="http://schemas.microsoft.com/office/drawing/2017/decorative" val="1"/>
              </a:ext>
            </a:extLst>
          </p:cNvPr>
          <p:cNvGrpSpPr/>
          <p:nvPr userDrawn="1"/>
        </p:nvGrpSpPr>
        <p:grpSpPr>
          <a:xfrm>
            <a:off x="7993448" y="3278144"/>
            <a:ext cx="4211600" cy="3581399"/>
            <a:chOff x="7980400" y="3276601"/>
            <a:chExt cx="4211600" cy="3581399"/>
          </a:xfrm>
        </p:grpSpPr>
        <p:grpSp>
          <p:nvGrpSpPr>
            <p:cNvPr id="20" name="Grafik 157">
              <a:extLst>
                <a:ext uri="{FF2B5EF4-FFF2-40B4-BE49-F238E27FC236}">
                  <a16:creationId xmlns:a16="http://schemas.microsoft.com/office/drawing/2014/main" id="{B322DFCF-90C7-4DBE-B29A-947503AAD199}"/>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22" name="Serbest Biçim: Şekil 24">
                <a:extLst>
                  <a:ext uri="{FF2B5EF4-FFF2-40B4-BE49-F238E27FC236}">
                    <a16:creationId xmlns:a16="http://schemas.microsoft.com/office/drawing/2014/main" id="{F48A038F-FA3F-4515-8D04-97EF22E65817}"/>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23" name="Serbest Biçim: Şekil 25">
                <a:extLst>
                  <a:ext uri="{FF2B5EF4-FFF2-40B4-BE49-F238E27FC236}">
                    <a16:creationId xmlns:a16="http://schemas.microsoft.com/office/drawing/2014/main" id="{8155636C-869C-4098-B5E6-7A6B4DB8B61D}"/>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24" name="Serbest Biçim: Şekil 26">
                <a:extLst>
                  <a:ext uri="{FF2B5EF4-FFF2-40B4-BE49-F238E27FC236}">
                    <a16:creationId xmlns:a16="http://schemas.microsoft.com/office/drawing/2014/main" id="{0E4F1004-DF67-4659-A9F6-7B088CCA24A8}"/>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25" name="Serbest Biçim: Şekil 30">
                <a:extLst>
                  <a:ext uri="{FF2B5EF4-FFF2-40B4-BE49-F238E27FC236}">
                    <a16:creationId xmlns:a16="http://schemas.microsoft.com/office/drawing/2014/main" id="{DE817514-787F-46B1-BA14-6DC30B01333A}"/>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26" name="Serbest Biçim: Şekil 31">
                <a:extLst>
                  <a:ext uri="{FF2B5EF4-FFF2-40B4-BE49-F238E27FC236}">
                    <a16:creationId xmlns:a16="http://schemas.microsoft.com/office/drawing/2014/main" id="{19517BB1-651A-4460-87CD-207F8060759D}"/>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27" name="Serbest Biçim: Şekil 32">
                <a:extLst>
                  <a:ext uri="{FF2B5EF4-FFF2-40B4-BE49-F238E27FC236}">
                    <a16:creationId xmlns:a16="http://schemas.microsoft.com/office/drawing/2014/main" id="{9C651D90-C3D5-4EDB-BE84-CFAF352CB560}"/>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28" name="Serbest Biçim: Şekil 36">
                <a:extLst>
                  <a:ext uri="{FF2B5EF4-FFF2-40B4-BE49-F238E27FC236}">
                    <a16:creationId xmlns:a16="http://schemas.microsoft.com/office/drawing/2014/main" id="{DD986C4F-FAF9-4E46-AC0A-06859698AD68}"/>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grpSp>
        <p:sp>
          <p:nvSpPr>
            <p:cNvPr id="21" name="Serbest Biçim: Şekil 23">
              <a:extLst>
                <a:ext uri="{FF2B5EF4-FFF2-40B4-BE49-F238E27FC236}">
                  <a16:creationId xmlns:a16="http://schemas.microsoft.com/office/drawing/2014/main" id="{4338AACE-9CB3-4730-AE6B-8898D1E4D952}"/>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tr-TR" noProof="0"/>
            </a:p>
          </p:txBody>
        </p:sp>
      </p:grpSp>
    </p:spTree>
    <p:extLst>
      <p:ext uri="{BB962C8B-B14F-4D97-AF65-F5344CB8AC3E}">
        <p14:creationId xmlns:p14="http://schemas.microsoft.com/office/powerpoint/2010/main" val="2802635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şlık ve Grafik ">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B5ED18-7A07-47F1-8056-CD86B076AFE2}"/>
              </a:ext>
            </a:extLst>
          </p:cNvPr>
          <p:cNvSpPr>
            <a:spLocks noGrp="1"/>
          </p:cNvSpPr>
          <p:nvPr>
            <p:ph type="title"/>
          </p:nvPr>
        </p:nvSpPr>
        <p:spPr>
          <a:xfrm>
            <a:off x="841248" y="381000"/>
            <a:ext cx="10972800" cy="1325563"/>
          </a:xfrm>
        </p:spPr>
        <p:txBody>
          <a:bodyPr rtlCol="0">
            <a:normAutofit/>
          </a:bodyPr>
          <a:lstStyle>
            <a:lvl1pPr>
              <a:defRPr sz="3000"/>
            </a:lvl1pPr>
          </a:lstStyle>
          <a:p>
            <a:pPr rtl="0"/>
            <a:r>
              <a:rPr lang="tr-TR" noProof="0"/>
              <a:t>Asıl başlık stilini düzenlemek için tıklayın</a:t>
            </a:r>
          </a:p>
        </p:txBody>
      </p:sp>
      <p:sp>
        <p:nvSpPr>
          <p:cNvPr id="3" name="Tarih Yer Tutucusu 2">
            <a:extLst>
              <a:ext uri="{FF2B5EF4-FFF2-40B4-BE49-F238E27FC236}">
                <a16:creationId xmlns:a16="http://schemas.microsoft.com/office/drawing/2014/main" id="{A0C71211-4520-46A1-9487-4AE49C3239EF}"/>
              </a:ext>
            </a:extLst>
          </p:cNvPr>
          <p:cNvSpPr>
            <a:spLocks noGrp="1"/>
          </p:cNvSpPr>
          <p:nvPr>
            <p:ph type="dt" sz="half" idx="10"/>
          </p:nvPr>
        </p:nvSpPr>
        <p:spPr/>
        <p:txBody>
          <a:bodyPr rtlCol="0"/>
          <a:lstStyle/>
          <a:p>
            <a:pPr rtl="0"/>
            <a:r>
              <a:rPr lang="tr-TR" noProof="0"/>
              <a:t>20XX</a:t>
            </a:r>
          </a:p>
        </p:txBody>
      </p:sp>
      <p:sp>
        <p:nvSpPr>
          <p:cNvPr id="4" name="Alt Bilgi Yer Tutucusu 3">
            <a:extLst>
              <a:ext uri="{FF2B5EF4-FFF2-40B4-BE49-F238E27FC236}">
                <a16:creationId xmlns:a16="http://schemas.microsoft.com/office/drawing/2014/main" id="{96356206-85FD-45F5-A1F7-128DB34C860F}"/>
              </a:ext>
            </a:extLst>
          </p:cNvPr>
          <p:cNvSpPr>
            <a:spLocks noGrp="1"/>
          </p:cNvSpPr>
          <p:nvPr>
            <p:ph type="ftr" sz="quarter" idx="11"/>
          </p:nvPr>
        </p:nvSpPr>
        <p:spPr/>
        <p:txBody>
          <a:bodyPr rtlCol="0"/>
          <a:lstStyle/>
          <a:p>
            <a:pPr rtl="0"/>
            <a:r>
              <a:rPr lang="tr-TR" noProof="0"/>
              <a:t>Sunu başlığı</a:t>
            </a:r>
          </a:p>
        </p:txBody>
      </p:sp>
      <p:sp>
        <p:nvSpPr>
          <p:cNvPr id="5" name="Slayt Numarası Yer Tutucusu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grpSp>
        <p:nvGrpSpPr>
          <p:cNvPr id="6" name="Sağ Alt">
            <a:extLst>
              <a:ext uri="{FF2B5EF4-FFF2-40B4-BE49-F238E27FC236}">
                <a16:creationId xmlns:a16="http://schemas.microsoft.com/office/drawing/2014/main" id="{3F4EA131-028B-4E70-968A-F18FD27D3639}"/>
              </a:ext>
              <a:ext uri="{C183D7F6-B498-43B3-948B-1728B52AA6E4}">
                <adec:decorative xmlns:adec="http://schemas.microsoft.com/office/drawing/2017/decorative" val="1"/>
              </a:ext>
            </a:extLst>
          </p:cNvPr>
          <p:cNvGrpSpPr/>
          <p:nvPr userDrawn="1"/>
        </p:nvGrpSpPr>
        <p:grpSpPr>
          <a:xfrm>
            <a:off x="7993448" y="3278144"/>
            <a:ext cx="4211600" cy="3581399"/>
            <a:chOff x="7980400" y="3276601"/>
            <a:chExt cx="4211600" cy="3581399"/>
          </a:xfrm>
        </p:grpSpPr>
        <p:grpSp>
          <p:nvGrpSpPr>
            <p:cNvPr id="7" name="Grafik 157">
              <a:extLst>
                <a:ext uri="{FF2B5EF4-FFF2-40B4-BE49-F238E27FC236}">
                  <a16:creationId xmlns:a16="http://schemas.microsoft.com/office/drawing/2014/main" id="{35B6ADC5-2993-4C95-8FC0-E843BACAED1C}"/>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9" name="Serbest Biçim: Şekil 24">
                <a:extLst>
                  <a:ext uri="{FF2B5EF4-FFF2-40B4-BE49-F238E27FC236}">
                    <a16:creationId xmlns:a16="http://schemas.microsoft.com/office/drawing/2014/main" id="{174FA252-C254-4DAB-A71B-2263B4B5F97A}"/>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0" name="Serbest Biçim: Şekil 25">
                <a:extLst>
                  <a:ext uri="{FF2B5EF4-FFF2-40B4-BE49-F238E27FC236}">
                    <a16:creationId xmlns:a16="http://schemas.microsoft.com/office/drawing/2014/main" id="{B8C83007-5E21-486E-9DBB-38D4DFA65B88}"/>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1" name="Serbest Biçim: Şekil 26">
                <a:extLst>
                  <a:ext uri="{FF2B5EF4-FFF2-40B4-BE49-F238E27FC236}">
                    <a16:creationId xmlns:a16="http://schemas.microsoft.com/office/drawing/2014/main" id="{1CA85DBE-60A4-4A34-A031-ED1979A4BEA5}"/>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2" name="Serbest Biçim: Şekil 30">
                <a:extLst>
                  <a:ext uri="{FF2B5EF4-FFF2-40B4-BE49-F238E27FC236}">
                    <a16:creationId xmlns:a16="http://schemas.microsoft.com/office/drawing/2014/main" id="{4438E01A-3963-4B12-94A1-C68FBA48D5EB}"/>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3" name="Serbest Biçim: Şekil 31">
                <a:extLst>
                  <a:ext uri="{FF2B5EF4-FFF2-40B4-BE49-F238E27FC236}">
                    <a16:creationId xmlns:a16="http://schemas.microsoft.com/office/drawing/2014/main" id="{0EDE04B1-4206-4F98-AD4E-C7F4E612668C}"/>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4" name="Serbest Biçim: Şekil 32">
                <a:extLst>
                  <a:ext uri="{FF2B5EF4-FFF2-40B4-BE49-F238E27FC236}">
                    <a16:creationId xmlns:a16="http://schemas.microsoft.com/office/drawing/2014/main" id="{13D5B5F8-89AD-4F43-BD6E-2066CC4A4866}"/>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5" name="Serbest Biçim: Şekil 36">
                <a:extLst>
                  <a:ext uri="{FF2B5EF4-FFF2-40B4-BE49-F238E27FC236}">
                    <a16:creationId xmlns:a16="http://schemas.microsoft.com/office/drawing/2014/main" id="{3F74D39B-7972-40FC-B9BA-41B1C9C31C4C}"/>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grpSp>
        <p:sp>
          <p:nvSpPr>
            <p:cNvPr id="8" name="Serbest Biçim: Şekil 23">
              <a:extLst>
                <a:ext uri="{FF2B5EF4-FFF2-40B4-BE49-F238E27FC236}">
                  <a16:creationId xmlns:a16="http://schemas.microsoft.com/office/drawing/2014/main" id="{85043687-D36C-4351-BB73-5FD8143B1937}"/>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tr-TR" noProof="0"/>
            </a:p>
          </p:txBody>
        </p:sp>
      </p:grpSp>
      <p:sp>
        <p:nvSpPr>
          <p:cNvPr id="17" name="İçerik Yer Tutucusu 16">
            <a:extLst>
              <a:ext uri="{FF2B5EF4-FFF2-40B4-BE49-F238E27FC236}">
                <a16:creationId xmlns:a16="http://schemas.microsoft.com/office/drawing/2014/main" id="{FE96B313-012D-4870-B065-8F7E74251B27}"/>
              </a:ext>
            </a:extLst>
          </p:cNvPr>
          <p:cNvSpPr>
            <a:spLocks noGrp="1"/>
          </p:cNvSpPr>
          <p:nvPr>
            <p:ph sz="quarter" idx="13"/>
          </p:nvPr>
        </p:nvSpPr>
        <p:spPr>
          <a:xfrm>
            <a:off x="828964" y="1829525"/>
            <a:ext cx="10505786" cy="4337913"/>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Tree>
    <p:extLst>
      <p:ext uri="{BB962C8B-B14F-4D97-AF65-F5344CB8AC3E}">
        <p14:creationId xmlns:p14="http://schemas.microsoft.com/office/powerpoint/2010/main" val="1476947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aşlık ve Tablo">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B5ED18-7A07-47F1-8056-CD86B076AFE2}"/>
              </a:ext>
            </a:extLst>
          </p:cNvPr>
          <p:cNvSpPr>
            <a:spLocks noGrp="1"/>
          </p:cNvSpPr>
          <p:nvPr>
            <p:ph type="title"/>
          </p:nvPr>
        </p:nvSpPr>
        <p:spPr>
          <a:xfrm>
            <a:off x="841248" y="381000"/>
            <a:ext cx="10972800" cy="1325563"/>
          </a:xfrm>
        </p:spPr>
        <p:txBody>
          <a:bodyPr rtlCol="0">
            <a:normAutofit/>
          </a:bodyPr>
          <a:lstStyle>
            <a:lvl1pPr>
              <a:defRPr sz="3000"/>
            </a:lvl1pPr>
          </a:lstStyle>
          <a:p>
            <a:pPr rtl="0"/>
            <a:r>
              <a:rPr lang="tr-TR" noProof="0"/>
              <a:t>Asıl başlık stilini düzenlemek için tıklayın</a:t>
            </a:r>
          </a:p>
        </p:txBody>
      </p:sp>
      <p:sp>
        <p:nvSpPr>
          <p:cNvPr id="3" name="Tarih Yer Tutucusu 2">
            <a:extLst>
              <a:ext uri="{FF2B5EF4-FFF2-40B4-BE49-F238E27FC236}">
                <a16:creationId xmlns:a16="http://schemas.microsoft.com/office/drawing/2014/main" id="{A0C71211-4520-46A1-9487-4AE49C3239EF}"/>
              </a:ext>
            </a:extLst>
          </p:cNvPr>
          <p:cNvSpPr>
            <a:spLocks noGrp="1"/>
          </p:cNvSpPr>
          <p:nvPr>
            <p:ph type="dt" sz="half" idx="10"/>
          </p:nvPr>
        </p:nvSpPr>
        <p:spPr/>
        <p:txBody>
          <a:bodyPr rtlCol="0"/>
          <a:lstStyle/>
          <a:p>
            <a:pPr rtl="0"/>
            <a:r>
              <a:rPr lang="tr-TR" noProof="0"/>
              <a:t>20XX</a:t>
            </a:r>
          </a:p>
        </p:txBody>
      </p:sp>
      <p:sp>
        <p:nvSpPr>
          <p:cNvPr id="4" name="Alt Bilgi Yer Tutucusu 3">
            <a:extLst>
              <a:ext uri="{FF2B5EF4-FFF2-40B4-BE49-F238E27FC236}">
                <a16:creationId xmlns:a16="http://schemas.microsoft.com/office/drawing/2014/main" id="{96356206-85FD-45F5-A1F7-128DB34C860F}"/>
              </a:ext>
            </a:extLst>
          </p:cNvPr>
          <p:cNvSpPr>
            <a:spLocks noGrp="1"/>
          </p:cNvSpPr>
          <p:nvPr>
            <p:ph type="ftr" sz="quarter" idx="11"/>
          </p:nvPr>
        </p:nvSpPr>
        <p:spPr/>
        <p:txBody>
          <a:bodyPr rtlCol="0"/>
          <a:lstStyle/>
          <a:p>
            <a:pPr rtl="0"/>
            <a:r>
              <a:rPr lang="tr-TR" noProof="0"/>
              <a:t>Sunu başlığı</a:t>
            </a:r>
          </a:p>
        </p:txBody>
      </p:sp>
      <p:sp>
        <p:nvSpPr>
          <p:cNvPr id="5" name="Slayt Numarası Yer Tutucusu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grpSp>
        <p:nvGrpSpPr>
          <p:cNvPr id="6" name="Sağ Alt">
            <a:extLst>
              <a:ext uri="{FF2B5EF4-FFF2-40B4-BE49-F238E27FC236}">
                <a16:creationId xmlns:a16="http://schemas.microsoft.com/office/drawing/2014/main" id="{3F4EA131-028B-4E70-968A-F18FD27D3639}"/>
              </a:ext>
              <a:ext uri="{C183D7F6-B498-43B3-948B-1728B52AA6E4}">
                <adec:decorative xmlns:adec="http://schemas.microsoft.com/office/drawing/2017/decorative" val="1"/>
              </a:ext>
            </a:extLst>
          </p:cNvPr>
          <p:cNvGrpSpPr/>
          <p:nvPr userDrawn="1"/>
        </p:nvGrpSpPr>
        <p:grpSpPr>
          <a:xfrm>
            <a:off x="7993448" y="3278144"/>
            <a:ext cx="4211600" cy="3581399"/>
            <a:chOff x="7980400" y="3276601"/>
            <a:chExt cx="4211600" cy="3581399"/>
          </a:xfrm>
        </p:grpSpPr>
        <p:grpSp>
          <p:nvGrpSpPr>
            <p:cNvPr id="7" name="Grafik 157">
              <a:extLst>
                <a:ext uri="{FF2B5EF4-FFF2-40B4-BE49-F238E27FC236}">
                  <a16:creationId xmlns:a16="http://schemas.microsoft.com/office/drawing/2014/main" id="{35B6ADC5-2993-4C95-8FC0-E843BACAED1C}"/>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9" name="Serbest Biçim: Şekil 24">
                <a:extLst>
                  <a:ext uri="{FF2B5EF4-FFF2-40B4-BE49-F238E27FC236}">
                    <a16:creationId xmlns:a16="http://schemas.microsoft.com/office/drawing/2014/main" id="{174FA252-C254-4DAB-A71B-2263B4B5F97A}"/>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0" name="Serbest Biçim: Şekil 25">
                <a:extLst>
                  <a:ext uri="{FF2B5EF4-FFF2-40B4-BE49-F238E27FC236}">
                    <a16:creationId xmlns:a16="http://schemas.microsoft.com/office/drawing/2014/main" id="{B8C83007-5E21-486E-9DBB-38D4DFA65B88}"/>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1" name="Serbest Biçim: Şekil 26">
                <a:extLst>
                  <a:ext uri="{FF2B5EF4-FFF2-40B4-BE49-F238E27FC236}">
                    <a16:creationId xmlns:a16="http://schemas.microsoft.com/office/drawing/2014/main" id="{1CA85DBE-60A4-4A34-A031-ED1979A4BEA5}"/>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2" name="Serbest Biçim: Şekil 30">
                <a:extLst>
                  <a:ext uri="{FF2B5EF4-FFF2-40B4-BE49-F238E27FC236}">
                    <a16:creationId xmlns:a16="http://schemas.microsoft.com/office/drawing/2014/main" id="{4438E01A-3963-4B12-94A1-C68FBA48D5EB}"/>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3" name="Serbest Biçim: Şekil 31">
                <a:extLst>
                  <a:ext uri="{FF2B5EF4-FFF2-40B4-BE49-F238E27FC236}">
                    <a16:creationId xmlns:a16="http://schemas.microsoft.com/office/drawing/2014/main" id="{0EDE04B1-4206-4F98-AD4E-C7F4E612668C}"/>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4" name="Serbest Biçim: Şekil 32">
                <a:extLst>
                  <a:ext uri="{FF2B5EF4-FFF2-40B4-BE49-F238E27FC236}">
                    <a16:creationId xmlns:a16="http://schemas.microsoft.com/office/drawing/2014/main" id="{13D5B5F8-89AD-4F43-BD6E-2066CC4A4866}"/>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5" name="Serbest Biçim: Şekil 36">
                <a:extLst>
                  <a:ext uri="{FF2B5EF4-FFF2-40B4-BE49-F238E27FC236}">
                    <a16:creationId xmlns:a16="http://schemas.microsoft.com/office/drawing/2014/main" id="{3F74D39B-7972-40FC-B9BA-41B1C9C31C4C}"/>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grpSp>
        <p:sp>
          <p:nvSpPr>
            <p:cNvPr id="8" name="Serbest Biçim: Şekil 23">
              <a:extLst>
                <a:ext uri="{FF2B5EF4-FFF2-40B4-BE49-F238E27FC236}">
                  <a16:creationId xmlns:a16="http://schemas.microsoft.com/office/drawing/2014/main" id="{85043687-D36C-4351-BB73-5FD8143B1937}"/>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tr-TR" noProof="0"/>
            </a:p>
          </p:txBody>
        </p:sp>
      </p:grpSp>
      <p:sp>
        <p:nvSpPr>
          <p:cNvPr id="17" name="İçerik Yer Tutucusu 16">
            <a:extLst>
              <a:ext uri="{FF2B5EF4-FFF2-40B4-BE49-F238E27FC236}">
                <a16:creationId xmlns:a16="http://schemas.microsoft.com/office/drawing/2014/main" id="{B9360AE7-EA24-46DC-9539-F79F9E58EEFF}"/>
              </a:ext>
            </a:extLst>
          </p:cNvPr>
          <p:cNvSpPr>
            <a:spLocks noGrp="1"/>
          </p:cNvSpPr>
          <p:nvPr>
            <p:ph sz="quarter" idx="13"/>
          </p:nvPr>
        </p:nvSpPr>
        <p:spPr>
          <a:xfrm>
            <a:off x="828964" y="2060002"/>
            <a:ext cx="10515311" cy="3280037"/>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Tree>
    <p:extLst>
      <p:ext uri="{BB962C8B-B14F-4D97-AF65-F5344CB8AC3E}">
        <p14:creationId xmlns:p14="http://schemas.microsoft.com/office/powerpoint/2010/main" val="397901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ınt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B5ED18-7A07-47F1-8056-CD86B076AFE2}"/>
              </a:ext>
            </a:extLst>
          </p:cNvPr>
          <p:cNvSpPr>
            <a:spLocks noGrp="1"/>
          </p:cNvSpPr>
          <p:nvPr>
            <p:ph type="title"/>
          </p:nvPr>
        </p:nvSpPr>
        <p:spPr>
          <a:xfrm>
            <a:off x="6784848" y="1719072"/>
            <a:ext cx="4709160" cy="2926080"/>
          </a:xfrm>
        </p:spPr>
        <p:txBody>
          <a:bodyPr rtlCol="0" anchor="b" anchorCtr="0">
            <a:normAutofit/>
          </a:bodyPr>
          <a:lstStyle>
            <a:lvl1pPr>
              <a:lnSpc>
                <a:spcPts val="4000"/>
              </a:lnSpc>
              <a:defRPr sz="2800" spc="20" baseline="0">
                <a:latin typeface="+mn-lt"/>
              </a:defRPr>
            </a:lvl1pPr>
          </a:lstStyle>
          <a:p>
            <a:pPr rtl="0"/>
            <a:r>
              <a:rPr lang="tr-TR" noProof="0"/>
              <a:t>Asıl başlık stilini düzenlemek için tıklayın</a:t>
            </a:r>
          </a:p>
        </p:txBody>
      </p:sp>
      <p:sp>
        <p:nvSpPr>
          <p:cNvPr id="7" name="Resim Yer Tutucusu 6">
            <a:extLst>
              <a:ext uri="{FF2B5EF4-FFF2-40B4-BE49-F238E27FC236}">
                <a16:creationId xmlns:a16="http://schemas.microsoft.com/office/drawing/2014/main" id="{238A46BD-7BF9-45FF-8B9B-6269F3313EA1}"/>
              </a:ext>
            </a:extLst>
          </p:cNvPr>
          <p:cNvSpPr>
            <a:spLocks noGrp="1"/>
          </p:cNvSpPr>
          <p:nvPr>
            <p:ph type="pic" sz="quarter" idx="13"/>
          </p:nvPr>
        </p:nvSpPr>
        <p:spPr>
          <a:xfrm>
            <a:off x="0" y="0"/>
            <a:ext cx="6099048" cy="6858000"/>
          </a:xfrm>
          <a:solidFill>
            <a:schemeClr val="accent5"/>
          </a:solidFill>
        </p:spPr>
        <p:txBody>
          <a:bodyPr rtlCol="0"/>
          <a:lstStyle/>
          <a:p>
            <a:pPr rtl="0"/>
            <a:r>
              <a:rPr lang="tr-TR" noProof="0"/>
              <a:t>Resim eklemek için simgeye tıklayın</a:t>
            </a:r>
          </a:p>
        </p:txBody>
      </p:sp>
      <p:sp>
        <p:nvSpPr>
          <p:cNvPr id="10" name="Metin Yer Tutucusu 9">
            <a:extLst>
              <a:ext uri="{FF2B5EF4-FFF2-40B4-BE49-F238E27FC236}">
                <a16:creationId xmlns:a16="http://schemas.microsoft.com/office/drawing/2014/main" id="{F7320F30-F8B4-4ECD-B95C-9CEA2FB06F18}"/>
              </a:ext>
            </a:extLst>
          </p:cNvPr>
          <p:cNvSpPr>
            <a:spLocks noGrp="1"/>
          </p:cNvSpPr>
          <p:nvPr>
            <p:ph type="body" sz="quarter" idx="15"/>
          </p:nvPr>
        </p:nvSpPr>
        <p:spPr>
          <a:xfrm>
            <a:off x="6784848" y="4864608"/>
            <a:ext cx="4709160" cy="365760"/>
          </a:xfrm>
        </p:spPr>
        <p:txBody>
          <a:bodyPr rtlCol="0">
            <a:normAutofit/>
          </a:bodyPr>
          <a:lstStyle>
            <a:lvl1pPr marL="0" indent="0">
              <a:lnSpc>
                <a:spcPts val="2000"/>
              </a:lnSpc>
              <a:buNone/>
              <a:defRPr sz="1600">
                <a:solidFill>
                  <a:schemeClr val="bg1">
                    <a:lumMod val="50000"/>
                  </a:schemeClr>
                </a:solidFill>
                <a:latin typeface="+mj-lt"/>
              </a:defRPr>
            </a:lvl1pPr>
            <a:lvl2pPr marL="457200" indent="0">
              <a:lnSpc>
                <a:spcPts val="2000"/>
              </a:lnSpc>
              <a:buNone/>
              <a:defRPr sz="1800">
                <a:solidFill>
                  <a:schemeClr val="bg1">
                    <a:lumMod val="50000"/>
                  </a:schemeClr>
                </a:solidFill>
                <a:latin typeface="+mj-lt"/>
              </a:defRPr>
            </a:lvl2pPr>
            <a:lvl3pPr marL="914400" indent="0">
              <a:lnSpc>
                <a:spcPts val="2000"/>
              </a:lnSpc>
              <a:buNone/>
              <a:defRPr sz="1800">
                <a:solidFill>
                  <a:schemeClr val="bg1">
                    <a:lumMod val="50000"/>
                  </a:schemeClr>
                </a:solidFill>
                <a:latin typeface="+mj-lt"/>
              </a:defRPr>
            </a:lvl3pPr>
            <a:lvl4pPr marL="1371600" indent="0">
              <a:lnSpc>
                <a:spcPts val="2000"/>
              </a:lnSpc>
              <a:buNone/>
              <a:defRPr sz="1800">
                <a:solidFill>
                  <a:schemeClr val="bg1">
                    <a:lumMod val="50000"/>
                  </a:schemeClr>
                </a:solidFill>
                <a:latin typeface="+mj-lt"/>
              </a:defRPr>
            </a:lvl4pPr>
            <a:lvl5pPr marL="1828800" indent="0">
              <a:lnSpc>
                <a:spcPts val="2000"/>
              </a:lnSpc>
              <a:buNone/>
              <a:defRPr sz="1800">
                <a:solidFill>
                  <a:schemeClr val="bg1">
                    <a:lumMod val="50000"/>
                  </a:schemeClr>
                </a:solidFill>
                <a:latin typeface="+mj-lt"/>
              </a:defRPr>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19" name="Tarih Yer Tutucusu 6">
            <a:extLst>
              <a:ext uri="{FF2B5EF4-FFF2-40B4-BE49-F238E27FC236}">
                <a16:creationId xmlns:a16="http://schemas.microsoft.com/office/drawing/2014/main" id="{D70719F9-FF81-4368-9918-F7F8C83EEACE}"/>
              </a:ext>
            </a:extLst>
          </p:cNvPr>
          <p:cNvSpPr>
            <a:spLocks noGrp="1"/>
          </p:cNvSpPr>
          <p:nvPr>
            <p:ph type="dt" sz="half" idx="16"/>
          </p:nvPr>
        </p:nvSpPr>
        <p:spPr>
          <a:xfrm>
            <a:off x="841248" y="6356350"/>
            <a:ext cx="1828800" cy="365125"/>
          </a:xfrm>
        </p:spPr>
        <p:txBody>
          <a:bodyPr rtlCol="0"/>
          <a:lstStyle>
            <a:lvl1pPr>
              <a:defRPr>
                <a:solidFill>
                  <a:schemeClr val="bg1"/>
                </a:solidFill>
              </a:defRPr>
            </a:lvl1pPr>
          </a:lstStyle>
          <a:p>
            <a:pPr rtl="0"/>
            <a:r>
              <a:rPr lang="tr-TR" noProof="0"/>
              <a:t>20XX</a:t>
            </a:r>
          </a:p>
        </p:txBody>
      </p:sp>
      <p:sp>
        <p:nvSpPr>
          <p:cNvPr id="20" name="Alt Bilgi Yer Tutucusu 7">
            <a:extLst>
              <a:ext uri="{FF2B5EF4-FFF2-40B4-BE49-F238E27FC236}">
                <a16:creationId xmlns:a16="http://schemas.microsoft.com/office/drawing/2014/main" id="{82554244-AFE2-4E78-B199-C2315AE10B2F}"/>
              </a:ext>
            </a:extLst>
          </p:cNvPr>
          <p:cNvSpPr>
            <a:spLocks noGrp="1"/>
          </p:cNvSpPr>
          <p:nvPr>
            <p:ph type="ftr" sz="quarter" idx="14"/>
          </p:nvPr>
        </p:nvSpPr>
        <p:spPr>
          <a:xfrm>
            <a:off x="6345609" y="6356350"/>
            <a:ext cx="2743200" cy="365125"/>
          </a:xfrm>
        </p:spPr>
        <p:txBody>
          <a:bodyPr rtlCol="0"/>
          <a:lstStyle>
            <a:lvl1pPr algn="l">
              <a:defRPr/>
            </a:lvl1pPr>
          </a:lstStyle>
          <a:p>
            <a:pPr rtl="0"/>
            <a:r>
              <a:rPr lang="tr-TR" noProof="0"/>
              <a:t>Sunu başlığı</a:t>
            </a:r>
          </a:p>
        </p:txBody>
      </p:sp>
      <p:sp>
        <p:nvSpPr>
          <p:cNvPr id="5" name="Slayt Numarası Yer Tutucusu 4">
            <a:extLst>
              <a:ext uri="{FF2B5EF4-FFF2-40B4-BE49-F238E27FC236}">
                <a16:creationId xmlns:a16="http://schemas.microsoft.com/office/drawing/2014/main" id="{0203763F-C8CD-4BCB-9A0A-B10F000BC1DB}"/>
              </a:ext>
            </a:extLst>
          </p:cNvPr>
          <p:cNvSpPr>
            <a:spLocks noGrp="1"/>
          </p:cNvSpPr>
          <p:nvPr>
            <p:ph type="sldNum" sz="quarter" idx="12"/>
          </p:nvPr>
        </p:nvSpPr>
        <p:spPr>
          <a:xfrm>
            <a:off x="9537031" y="6356350"/>
            <a:ext cx="1828800" cy="365125"/>
          </a:xfrm>
        </p:spPr>
        <p:txBody>
          <a:bodyPr rtlCol="0"/>
          <a:lstStyle/>
          <a:p>
            <a:pPr rtl="0"/>
            <a:fld id="{294A09A9-5501-47C1-A89A-A340965A2BE2}" type="slidenum">
              <a:rPr lang="tr-TR" noProof="0" smtClean="0"/>
              <a:t>‹#›</a:t>
            </a:fld>
            <a:endParaRPr lang="tr-TR" noProof="0"/>
          </a:p>
        </p:txBody>
      </p:sp>
      <p:grpSp>
        <p:nvGrpSpPr>
          <p:cNvPr id="9" name="Sağ Üst">
            <a:extLst>
              <a:ext uri="{FF2B5EF4-FFF2-40B4-BE49-F238E27FC236}">
                <a16:creationId xmlns:a16="http://schemas.microsoft.com/office/drawing/2014/main" id="{9C4825FE-0798-4C51-9649-7A9C4DE1DCE2}"/>
              </a:ext>
              <a:ext uri="{C183D7F6-B498-43B3-948B-1728B52AA6E4}">
                <adec:decorative xmlns:adec="http://schemas.microsoft.com/office/drawing/2017/decorative" val="1"/>
              </a:ext>
            </a:extLst>
          </p:cNvPr>
          <p:cNvGrpSpPr/>
          <p:nvPr userDrawn="1"/>
        </p:nvGrpSpPr>
        <p:grpSpPr>
          <a:xfrm flipH="1">
            <a:off x="10154652" y="-8827"/>
            <a:ext cx="2037346" cy="3747453"/>
            <a:chOff x="10849" y="15178"/>
            <a:chExt cx="2198951" cy="3331254"/>
          </a:xfrm>
        </p:grpSpPr>
        <p:sp>
          <p:nvSpPr>
            <p:cNvPr id="12" name="Serbest Biçim: Şekil 10">
              <a:extLst>
                <a:ext uri="{FF2B5EF4-FFF2-40B4-BE49-F238E27FC236}">
                  <a16:creationId xmlns:a16="http://schemas.microsoft.com/office/drawing/2014/main" id="{822B9B6C-AA13-4DF1-A092-D39EAEFA9051}"/>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3" name="Serbest Biçim: Şekil 11">
              <a:extLst>
                <a:ext uri="{FF2B5EF4-FFF2-40B4-BE49-F238E27FC236}">
                  <a16:creationId xmlns:a16="http://schemas.microsoft.com/office/drawing/2014/main" id="{29B894B3-83A9-4074-93F1-DCC2A9A1CA30}"/>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4" name="Serbest Biçim: Şekil 12">
              <a:extLst>
                <a:ext uri="{FF2B5EF4-FFF2-40B4-BE49-F238E27FC236}">
                  <a16:creationId xmlns:a16="http://schemas.microsoft.com/office/drawing/2014/main" id="{CB9B20C6-7251-4040-8920-FCE1AFC00F22}"/>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5" name="Serbest Biçim: Şekil 13">
              <a:extLst>
                <a:ext uri="{FF2B5EF4-FFF2-40B4-BE49-F238E27FC236}">
                  <a16:creationId xmlns:a16="http://schemas.microsoft.com/office/drawing/2014/main" id="{4B278924-B03A-46BD-86D3-23814F354DAB}"/>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6" name="Serbest Biçim: Şekil 14">
              <a:extLst>
                <a:ext uri="{FF2B5EF4-FFF2-40B4-BE49-F238E27FC236}">
                  <a16:creationId xmlns:a16="http://schemas.microsoft.com/office/drawing/2014/main" id="{60BB8FCC-3D93-47A8-AB4F-BDA9764AD1CB}"/>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7" name="Serbest Biçim: Şekil 15">
              <a:extLst>
                <a:ext uri="{FF2B5EF4-FFF2-40B4-BE49-F238E27FC236}">
                  <a16:creationId xmlns:a16="http://schemas.microsoft.com/office/drawing/2014/main" id="{5BA303AA-6543-47AD-BDCE-99EA5718C682}"/>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8" name="Serbest Biçim: Şekil 16">
              <a:extLst>
                <a:ext uri="{FF2B5EF4-FFF2-40B4-BE49-F238E27FC236}">
                  <a16:creationId xmlns:a16="http://schemas.microsoft.com/office/drawing/2014/main" id="{CE322720-E7C1-458D-A1F7-DE4A9F9E6433}"/>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pPr rtl="0"/>
              <a:endParaRPr lang="tr-TR" noProof="0"/>
            </a:p>
          </p:txBody>
        </p:sp>
      </p:grpSp>
    </p:spTree>
    <p:extLst>
      <p:ext uri="{BB962C8B-B14F-4D97-AF65-F5344CB8AC3E}">
        <p14:creationId xmlns:p14="http://schemas.microsoft.com/office/powerpoint/2010/main" val="427824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kipten 4 kişi">
    <p:spTree>
      <p:nvGrpSpPr>
        <p:cNvPr id="1" name=""/>
        <p:cNvGrpSpPr/>
        <p:nvPr/>
      </p:nvGrpSpPr>
      <p:grpSpPr>
        <a:xfrm>
          <a:off x="0" y="0"/>
          <a:ext cx="0" cy="0"/>
          <a:chOff x="0" y="0"/>
          <a:chExt cx="0" cy="0"/>
        </a:xfrm>
      </p:grpSpPr>
      <p:sp>
        <p:nvSpPr>
          <p:cNvPr id="48" name="Başlık 1">
            <a:extLst>
              <a:ext uri="{FF2B5EF4-FFF2-40B4-BE49-F238E27FC236}">
                <a16:creationId xmlns:a16="http://schemas.microsoft.com/office/drawing/2014/main" id="{E2735E56-216C-4BA9-B611-54BE87E4615E}"/>
              </a:ext>
            </a:extLst>
          </p:cNvPr>
          <p:cNvSpPr>
            <a:spLocks noGrp="1"/>
          </p:cNvSpPr>
          <p:nvPr>
            <p:ph type="title"/>
          </p:nvPr>
        </p:nvSpPr>
        <p:spPr>
          <a:xfrm>
            <a:off x="841248" y="2048256"/>
            <a:ext cx="2206752" cy="868680"/>
          </a:xfrm>
        </p:spPr>
        <p:txBody>
          <a:bodyPr rtlCol="0">
            <a:normAutofit/>
          </a:bodyPr>
          <a:lstStyle>
            <a:lvl1pPr algn="l">
              <a:lnSpc>
                <a:spcPts val="4000"/>
              </a:lnSpc>
              <a:defRPr sz="3000" baseline="0"/>
            </a:lvl1pPr>
          </a:lstStyle>
          <a:p>
            <a:pPr rtl="0"/>
            <a:r>
              <a:rPr lang="tr-TR" noProof="0"/>
              <a:t>Asıl başlık stilini düzenlemek için tıklayın</a:t>
            </a:r>
          </a:p>
        </p:txBody>
      </p:sp>
      <p:sp>
        <p:nvSpPr>
          <p:cNvPr id="7" name="Resim Yer Tutucusu 23">
            <a:extLst>
              <a:ext uri="{FF2B5EF4-FFF2-40B4-BE49-F238E27FC236}">
                <a16:creationId xmlns:a16="http://schemas.microsoft.com/office/drawing/2014/main" id="{9ABA5222-6FD6-405B-8AC8-18022C36590F}"/>
              </a:ext>
            </a:extLst>
          </p:cNvPr>
          <p:cNvSpPr>
            <a:spLocks noGrp="1"/>
          </p:cNvSpPr>
          <p:nvPr>
            <p:ph type="pic" sz="quarter" idx="14"/>
          </p:nvPr>
        </p:nvSpPr>
        <p:spPr>
          <a:xfrm>
            <a:off x="3995928" y="923544"/>
            <a:ext cx="3383280" cy="1691640"/>
          </a:xfrm>
          <a:solidFill>
            <a:schemeClr val="accent5"/>
          </a:solidFill>
        </p:spPr>
        <p:txBody>
          <a:bodyPr rtlCol="0">
            <a:normAutofit/>
          </a:bodyPr>
          <a:lstStyle>
            <a:lvl1pPr marL="0" indent="0">
              <a:buNone/>
              <a:defRPr sz="1400">
                <a:solidFill>
                  <a:schemeClr val="tx1"/>
                </a:solidFill>
              </a:defRPr>
            </a:lvl1pPr>
          </a:lstStyle>
          <a:p>
            <a:pPr rtl="0"/>
            <a:r>
              <a:rPr lang="tr-TR" noProof="0"/>
              <a:t>Resim eklemek için simgeye tıklayın</a:t>
            </a:r>
          </a:p>
        </p:txBody>
      </p:sp>
      <p:sp>
        <p:nvSpPr>
          <p:cNvPr id="12" name="Metin Yer Tutucusu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3995928" y="2752344"/>
            <a:ext cx="3346704" cy="265176"/>
          </a:xfrm>
        </p:spPr>
        <p:txBody>
          <a:bodyPr lIns="0" tIns="0" rIns="0" bIns="0" rtlCol="0" anchor="b" anchorCtr="0">
            <a:noAutofit/>
          </a:bodyPr>
          <a:lstStyle>
            <a:lvl1pPr marL="0" indent="0" algn="ctr">
              <a:lnSpc>
                <a:spcPct val="100000"/>
              </a:lnSpc>
              <a:spcBef>
                <a:spcPts val="0"/>
              </a:spcBef>
              <a:buNone/>
              <a:defRPr sz="1400" b="0" spc="20" baseline="0">
                <a:solidFill>
                  <a:schemeClr val="tx1"/>
                </a:solidFill>
                <a:latin typeface="+mj-lt"/>
              </a:defRPr>
            </a:lvl1pPr>
          </a:lstStyle>
          <a:p>
            <a:pPr lvl="0" rtl="0"/>
            <a:r>
              <a:rPr lang="tr-TR" noProof="0"/>
              <a:t>AD</a:t>
            </a:r>
          </a:p>
        </p:txBody>
      </p:sp>
      <p:sp>
        <p:nvSpPr>
          <p:cNvPr id="13" name="Metin Yer Tutucusu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3995928" y="3072384"/>
            <a:ext cx="3346704" cy="265176"/>
          </a:xfrm>
        </p:spPr>
        <p:txBody>
          <a:bodyPr lIns="0" tIns="0" rIns="0" bIns="0" rtlCol="0">
            <a:noAutofit/>
          </a:bodyPr>
          <a:lstStyle>
            <a:lvl1pPr marL="0" indent="0" algn="ctr">
              <a:lnSpc>
                <a:spcPct val="100000"/>
              </a:lnSpc>
              <a:spcBef>
                <a:spcPts val="0"/>
              </a:spcBef>
              <a:buNone/>
              <a:defRPr sz="1200" b="0" spc="20" baseline="0">
                <a:solidFill>
                  <a:schemeClr val="tx1"/>
                </a:solidFill>
              </a:defRPr>
            </a:lvl1pPr>
          </a:lstStyle>
          <a:p>
            <a:pPr lvl="0" rtl="0"/>
            <a:r>
              <a:rPr lang="tr-TR" noProof="0"/>
              <a:t>Başlık</a:t>
            </a:r>
          </a:p>
        </p:txBody>
      </p:sp>
      <p:sp>
        <p:nvSpPr>
          <p:cNvPr id="18" name="Resim Yer Tutucusu 23">
            <a:extLst>
              <a:ext uri="{FF2B5EF4-FFF2-40B4-BE49-F238E27FC236}">
                <a16:creationId xmlns:a16="http://schemas.microsoft.com/office/drawing/2014/main" id="{EE7ECEE8-59DE-4E85-A8C7-51F1919C75A5}"/>
              </a:ext>
            </a:extLst>
          </p:cNvPr>
          <p:cNvSpPr>
            <a:spLocks noGrp="1"/>
          </p:cNvSpPr>
          <p:nvPr>
            <p:ph type="pic" sz="quarter" idx="21"/>
          </p:nvPr>
        </p:nvSpPr>
        <p:spPr>
          <a:xfrm>
            <a:off x="8110728" y="923544"/>
            <a:ext cx="3383280" cy="1691640"/>
          </a:xfrm>
          <a:solidFill>
            <a:schemeClr val="accent5"/>
          </a:solidFill>
        </p:spPr>
        <p:txBody>
          <a:bodyPr rtlCol="0">
            <a:normAutofit/>
          </a:bodyPr>
          <a:lstStyle>
            <a:lvl1pPr marL="0" indent="0">
              <a:buNone/>
              <a:defRPr sz="1400">
                <a:solidFill>
                  <a:schemeClr val="tx1"/>
                </a:solidFill>
              </a:defRPr>
            </a:lvl1pPr>
          </a:lstStyle>
          <a:p>
            <a:pPr rtl="0"/>
            <a:r>
              <a:rPr lang="tr-TR" noProof="0"/>
              <a:t>Resim eklemek için simgeye tıklayın</a:t>
            </a:r>
          </a:p>
        </p:txBody>
      </p:sp>
      <p:sp>
        <p:nvSpPr>
          <p:cNvPr id="19" name="Metin Yer Tutucusu 28">
            <a:extLst>
              <a:ext uri="{FF2B5EF4-FFF2-40B4-BE49-F238E27FC236}">
                <a16:creationId xmlns:a16="http://schemas.microsoft.com/office/drawing/2014/main" id="{D97FB821-8CBF-4A4F-B0B9-A06969A96377}"/>
              </a:ext>
            </a:extLst>
          </p:cNvPr>
          <p:cNvSpPr>
            <a:spLocks noGrp="1"/>
          </p:cNvSpPr>
          <p:nvPr>
            <p:ph type="body" sz="quarter" idx="22" hasCustomPrompt="1"/>
          </p:nvPr>
        </p:nvSpPr>
        <p:spPr>
          <a:xfrm>
            <a:off x="8110728" y="2752344"/>
            <a:ext cx="3346704" cy="265176"/>
          </a:xfrm>
        </p:spPr>
        <p:txBody>
          <a:bodyPr lIns="0" tIns="0" rIns="0" bIns="0" rtlCol="0" anchor="b" anchorCtr="0">
            <a:noAutofit/>
          </a:bodyPr>
          <a:lstStyle>
            <a:lvl1pPr marL="0" indent="0" algn="ctr">
              <a:lnSpc>
                <a:spcPct val="100000"/>
              </a:lnSpc>
              <a:spcBef>
                <a:spcPts val="0"/>
              </a:spcBef>
              <a:buNone/>
              <a:defRPr sz="1400" b="0" spc="20" baseline="0">
                <a:solidFill>
                  <a:schemeClr val="tx1"/>
                </a:solidFill>
                <a:latin typeface="+mj-lt"/>
              </a:defRPr>
            </a:lvl1pPr>
          </a:lstStyle>
          <a:p>
            <a:pPr lvl="0" rtl="0"/>
            <a:r>
              <a:rPr lang="tr-TR" noProof="0"/>
              <a:t>AD</a:t>
            </a:r>
          </a:p>
        </p:txBody>
      </p:sp>
      <p:sp>
        <p:nvSpPr>
          <p:cNvPr id="20" name="Metin Yer Tutucusu 28">
            <a:extLst>
              <a:ext uri="{FF2B5EF4-FFF2-40B4-BE49-F238E27FC236}">
                <a16:creationId xmlns:a16="http://schemas.microsoft.com/office/drawing/2014/main" id="{CD848540-6394-46BF-83DE-84862EC7C89D}"/>
              </a:ext>
            </a:extLst>
          </p:cNvPr>
          <p:cNvSpPr>
            <a:spLocks noGrp="1"/>
          </p:cNvSpPr>
          <p:nvPr>
            <p:ph type="body" sz="quarter" idx="23" hasCustomPrompt="1"/>
          </p:nvPr>
        </p:nvSpPr>
        <p:spPr>
          <a:xfrm>
            <a:off x="8110728" y="3072384"/>
            <a:ext cx="3346704" cy="265176"/>
          </a:xfrm>
        </p:spPr>
        <p:txBody>
          <a:bodyPr lIns="0" tIns="0" rIns="0" bIns="0" rtlCol="0">
            <a:noAutofit/>
          </a:bodyPr>
          <a:lstStyle>
            <a:lvl1pPr marL="0" indent="0" algn="ctr">
              <a:lnSpc>
                <a:spcPct val="100000"/>
              </a:lnSpc>
              <a:spcBef>
                <a:spcPts val="0"/>
              </a:spcBef>
              <a:buNone/>
              <a:defRPr sz="1200" b="0" spc="20" baseline="0">
                <a:solidFill>
                  <a:schemeClr val="tx1"/>
                </a:solidFill>
              </a:defRPr>
            </a:lvl1pPr>
          </a:lstStyle>
          <a:p>
            <a:pPr lvl="0" rtl="0"/>
            <a:r>
              <a:rPr lang="tr-TR" noProof="0"/>
              <a:t>Başlık</a:t>
            </a:r>
          </a:p>
        </p:txBody>
      </p:sp>
      <p:sp>
        <p:nvSpPr>
          <p:cNvPr id="21" name="Resim Yer Tutucusu 23">
            <a:extLst>
              <a:ext uri="{FF2B5EF4-FFF2-40B4-BE49-F238E27FC236}">
                <a16:creationId xmlns:a16="http://schemas.microsoft.com/office/drawing/2014/main" id="{AA8489A7-C95E-4BD6-A6DA-48D8AD7905CB}"/>
              </a:ext>
            </a:extLst>
          </p:cNvPr>
          <p:cNvSpPr>
            <a:spLocks noGrp="1"/>
          </p:cNvSpPr>
          <p:nvPr>
            <p:ph type="pic" sz="quarter" idx="24"/>
          </p:nvPr>
        </p:nvSpPr>
        <p:spPr>
          <a:xfrm>
            <a:off x="3995928" y="3657600"/>
            <a:ext cx="3383280" cy="1691640"/>
          </a:xfrm>
          <a:solidFill>
            <a:schemeClr val="accent5"/>
          </a:solidFill>
        </p:spPr>
        <p:txBody>
          <a:bodyPr rtlCol="0">
            <a:normAutofit/>
          </a:bodyPr>
          <a:lstStyle>
            <a:lvl1pPr marL="0" indent="0">
              <a:buNone/>
              <a:defRPr sz="1400">
                <a:solidFill>
                  <a:schemeClr val="tx1"/>
                </a:solidFill>
              </a:defRPr>
            </a:lvl1pPr>
          </a:lstStyle>
          <a:p>
            <a:pPr rtl="0"/>
            <a:r>
              <a:rPr lang="tr-TR" noProof="0"/>
              <a:t>Resim eklemek için simgeye tıklayın</a:t>
            </a:r>
          </a:p>
        </p:txBody>
      </p:sp>
      <p:sp>
        <p:nvSpPr>
          <p:cNvPr id="22" name="Metin Yer Tutucusu 28">
            <a:extLst>
              <a:ext uri="{FF2B5EF4-FFF2-40B4-BE49-F238E27FC236}">
                <a16:creationId xmlns:a16="http://schemas.microsoft.com/office/drawing/2014/main" id="{52CC8864-A662-4E73-A14D-A4E610269DD8}"/>
              </a:ext>
            </a:extLst>
          </p:cNvPr>
          <p:cNvSpPr>
            <a:spLocks noGrp="1"/>
          </p:cNvSpPr>
          <p:nvPr>
            <p:ph type="body" sz="quarter" idx="25" hasCustomPrompt="1"/>
          </p:nvPr>
        </p:nvSpPr>
        <p:spPr>
          <a:xfrm>
            <a:off x="3995928" y="5468112"/>
            <a:ext cx="3346704" cy="265176"/>
          </a:xfrm>
        </p:spPr>
        <p:txBody>
          <a:bodyPr lIns="0" tIns="0" rIns="0" bIns="0" rtlCol="0" anchor="b" anchorCtr="0">
            <a:noAutofit/>
          </a:bodyPr>
          <a:lstStyle>
            <a:lvl1pPr marL="0" indent="0" algn="ctr">
              <a:lnSpc>
                <a:spcPct val="100000"/>
              </a:lnSpc>
              <a:spcBef>
                <a:spcPts val="0"/>
              </a:spcBef>
              <a:buNone/>
              <a:defRPr sz="1400" b="0" spc="20" baseline="0">
                <a:solidFill>
                  <a:schemeClr val="tx1"/>
                </a:solidFill>
                <a:latin typeface="+mj-lt"/>
              </a:defRPr>
            </a:lvl1pPr>
          </a:lstStyle>
          <a:p>
            <a:pPr lvl="0" rtl="0"/>
            <a:r>
              <a:rPr lang="tr-TR" noProof="0"/>
              <a:t>AD</a:t>
            </a:r>
          </a:p>
        </p:txBody>
      </p:sp>
      <p:sp>
        <p:nvSpPr>
          <p:cNvPr id="23" name="Metin Yer Tutucusu 28">
            <a:extLst>
              <a:ext uri="{FF2B5EF4-FFF2-40B4-BE49-F238E27FC236}">
                <a16:creationId xmlns:a16="http://schemas.microsoft.com/office/drawing/2014/main" id="{548CD837-2123-4EC2-B247-12AACAD5C8B7}"/>
              </a:ext>
            </a:extLst>
          </p:cNvPr>
          <p:cNvSpPr>
            <a:spLocks noGrp="1"/>
          </p:cNvSpPr>
          <p:nvPr>
            <p:ph type="body" sz="quarter" idx="26" hasCustomPrompt="1"/>
          </p:nvPr>
        </p:nvSpPr>
        <p:spPr>
          <a:xfrm>
            <a:off x="3995928" y="5779008"/>
            <a:ext cx="3346704" cy="265176"/>
          </a:xfrm>
        </p:spPr>
        <p:txBody>
          <a:bodyPr lIns="0" tIns="0" rIns="0" bIns="0" rtlCol="0">
            <a:noAutofit/>
          </a:bodyPr>
          <a:lstStyle>
            <a:lvl1pPr marL="0" indent="0" algn="ctr">
              <a:lnSpc>
                <a:spcPct val="100000"/>
              </a:lnSpc>
              <a:spcBef>
                <a:spcPts val="0"/>
              </a:spcBef>
              <a:buNone/>
              <a:defRPr sz="1200" b="0" spc="20" baseline="0">
                <a:solidFill>
                  <a:schemeClr val="tx1"/>
                </a:solidFill>
              </a:defRPr>
            </a:lvl1pPr>
          </a:lstStyle>
          <a:p>
            <a:pPr lvl="0" rtl="0"/>
            <a:r>
              <a:rPr lang="tr-TR" noProof="0"/>
              <a:t>Başlık</a:t>
            </a:r>
          </a:p>
        </p:txBody>
      </p:sp>
      <p:sp>
        <p:nvSpPr>
          <p:cNvPr id="24" name="Resim Yer Tutucusu 23">
            <a:extLst>
              <a:ext uri="{FF2B5EF4-FFF2-40B4-BE49-F238E27FC236}">
                <a16:creationId xmlns:a16="http://schemas.microsoft.com/office/drawing/2014/main" id="{8A30C89E-0A33-4198-A183-7C0A4BD2FF98}"/>
              </a:ext>
            </a:extLst>
          </p:cNvPr>
          <p:cNvSpPr>
            <a:spLocks noGrp="1"/>
          </p:cNvSpPr>
          <p:nvPr>
            <p:ph type="pic" sz="quarter" idx="27"/>
          </p:nvPr>
        </p:nvSpPr>
        <p:spPr>
          <a:xfrm>
            <a:off x="8110728" y="3657600"/>
            <a:ext cx="3383280" cy="1691640"/>
          </a:xfrm>
          <a:solidFill>
            <a:schemeClr val="accent5"/>
          </a:solidFill>
        </p:spPr>
        <p:txBody>
          <a:bodyPr rtlCol="0">
            <a:normAutofit/>
          </a:bodyPr>
          <a:lstStyle>
            <a:lvl1pPr marL="0" indent="0">
              <a:buNone/>
              <a:defRPr sz="1400">
                <a:solidFill>
                  <a:schemeClr val="tx1"/>
                </a:solidFill>
              </a:defRPr>
            </a:lvl1pPr>
          </a:lstStyle>
          <a:p>
            <a:pPr rtl="0"/>
            <a:r>
              <a:rPr lang="tr-TR" noProof="0"/>
              <a:t>Resim eklemek için simgeye tıklayın</a:t>
            </a:r>
          </a:p>
        </p:txBody>
      </p:sp>
      <p:sp>
        <p:nvSpPr>
          <p:cNvPr id="25" name="Metin Yer Tutucusu 28">
            <a:extLst>
              <a:ext uri="{FF2B5EF4-FFF2-40B4-BE49-F238E27FC236}">
                <a16:creationId xmlns:a16="http://schemas.microsoft.com/office/drawing/2014/main" id="{C04926A4-C940-425C-86F4-9DA0FCF3E45A}"/>
              </a:ext>
            </a:extLst>
          </p:cNvPr>
          <p:cNvSpPr>
            <a:spLocks noGrp="1"/>
          </p:cNvSpPr>
          <p:nvPr>
            <p:ph type="body" sz="quarter" idx="28" hasCustomPrompt="1"/>
          </p:nvPr>
        </p:nvSpPr>
        <p:spPr>
          <a:xfrm>
            <a:off x="8110728" y="5468112"/>
            <a:ext cx="3346704" cy="265176"/>
          </a:xfrm>
        </p:spPr>
        <p:txBody>
          <a:bodyPr lIns="0" tIns="0" rIns="0" bIns="0" rtlCol="0" anchor="b" anchorCtr="0">
            <a:noAutofit/>
          </a:bodyPr>
          <a:lstStyle>
            <a:lvl1pPr marL="0" indent="0" algn="ctr">
              <a:lnSpc>
                <a:spcPct val="100000"/>
              </a:lnSpc>
              <a:spcBef>
                <a:spcPts val="0"/>
              </a:spcBef>
              <a:buNone/>
              <a:defRPr sz="1400" b="0" spc="20" baseline="0">
                <a:solidFill>
                  <a:schemeClr val="tx1"/>
                </a:solidFill>
                <a:latin typeface="+mj-lt"/>
              </a:defRPr>
            </a:lvl1pPr>
          </a:lstStyle>
          <a:p>
            <a:pPr lvl="0" rtl="0"/>
            <a:r>
              <a:rPr lang="tr-TR" noProof="0"/>
              <a:t>AD</a:t>
            </a:r>
          </a:p>
        </p:txBody>
      </p:sp>
      <p:sp>
        <p:nvSpPr>
          <p:cNvPr id="26" name="Metin Yer Tutucusu 28">
            <a:extLst>
              <a:ext uri="{FF2B5EF4-FFF2-40B4-BE49-F238E27FC236}">
                <a16:creationId xmlns:a16="http://schemas.microsoft.com/office/drawing/2014/main" id="{02468BEF-BD57-4418-9C05-3675010184E4}"/>
              </a:ext>
            </a:extLst>
          </p:cNvPr>
          <p:cNvSpPr>
            <a:spLocks noGrp="1"/>
          </p:cNvSpPr>
          <p:nvPr>
            <p:ph type="body" sz="quarter" idx="29" hasCustomPrompt="1"/>
          </p:nvPr>
        </p:nvSpPr>
        <p:spPr>
          <a:xfrm>
            <a:off x="8110728" y="5779008"/>
            <a:ext cx="3346704" cy="265176"/>
          </a:xfrm>
        </p:spPr>
        <p:txBody>
          <a:bodyPr lIns="0" tIns="0" rIns="0" bIns="0" rtlCol="0">
            <a:noAutofit/>
          </a:bodyPr>
          <a:lstStyle>
            <a:lvl1pPr marL="0" indent="0" algn="ctr">
              <a:lnSpc>
                <a:spcPct val="100000"/>
              </a:lnSpc>
              <a:spcBef>
                <a:spcPts val="0"/>
              </a:spcBef>
              <a:buNone/>
              <a:defRPr sz="1200" b="0" spc="20" baseline="0">
                <a:solidFill>
                  <a:schemeClr val="tx1"/>
                </a:solidFill>
              </a:defRPr>
            </a:lvl1pPr>
          </a:lstStyle>
          <a:p>
            <a:pPr lvl="0" rtl="0"/>
            <a:r>
              <a:rPr lang="tr-TR" noProof="0"/>
              <a:t>Başlık</a:t>
            </a:r>
          </a:p>
        </p:txBody>
      </p:sp>
      <p:grpSp>
        <p:nvGrpSpPr>
          <p:cNvPr id="38" name="Sağ Alt">
            <a:extLst>
              <a:ext uri="{FF2B5EF4-FFF2-40B4-BE49-F238E27FC236}">
                <a16:creationId xmlns:a16="http://schemas.microsoft.com/office/drawing/2014/main" id="{B36FFE50-05C0-4942-89B8-DEE732CC388D}"/>
              </a:ext>
              <a:ext uri="{C183D7F6-B498-43B3-948B-1728B52AA6E4}">
                <adec:decorative xmlns:adec="http://schemas.microsoft.com/office/drawing/2017/decorative" val="1"/>
              </a:ext>
            </a:extLst>
          </p:cNvPr>
          <p:cNvGrpSpPr/>
          <p:nvPr userDrawn="1"/>
        </p:nvGrpSpPr>
        <p:grpSpPr>
          <a:xfrm flipH="1">
            <a:off x="0" y="3284231"/>
            <a:ext cx="3899905" cy="3581399"/>
            <a:chOff x="7980400" y="3276601"/>
            <a:chExt cx="4211600" cy="3581399"/>
          </a:xfrm>
        </p:grpSpPr>
        <p:grpSp>
          <p:nvGrpSpPr>
            <p:cNvPr id="39" name="Grafik 157">
              <a:extLst>
                <a:ext uri="{FF2B5EF4-FFF2-40B4-BE49-F238E27FC236}">
                  <a16:creationId xmlns:a16="http://schemas.microsoft.com/office/drawing/2014/main" id="{A0172B24-EE58-47CA-9252-3427B1FD3374}"/>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41" name="Serbest Biçim: Şekil 24">
                <a:extLst>
                  <a:ext uri="{FF2B5EF4-FFF2-40B4-BE49-F238E27FC236}">
                    <a16:creationId xmlns:a16="http://schemas.microsoft.com/office/drawing/2014/main" id="{8C675FC1-39D2-4629-BC15-4DE2B87A385D}"/>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42" name="Serbest Biçim: Şekil 25">
                <a:extLst>
                  <a:ext uri="{FF2B5EF4-FFF2-40B4-BE49-F238E27FC236}">
                    <a16:creationId xmlns:a16="http://schemas.microsoft.com/office/drawing/2014/main" id="{AD8E5605-F606-41F2-8FA0-0819ACE79B06}"/>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43" name="Serbest Biçim: Şekil 26">
                <a:extLst>
                  <a:ext uri="{FF2B5EF4-FFF2-40B4-BE49-F238E27FC236}">
                    <a16:creationId xmlns:a16="http://schemas.microsoft.com/office/drawing/2014/main" id="{7B78C10B-193F-4033-B31B-9E56610D22F4}"/>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44" name="Serbest Biçim: Şekil 30">
                <a:extLst>
                  <a:ext uri="{FF2B5EF4-FFF2-40B4-BE49-F238E27FC236}">
                    <a16:creationId xmlns:a16="http://schemas.microsoft.com/office/drawing/2014/main" id="{F0624257-FB1D-4F83-9320-65F1651FDF48}"/>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45" name="Serbest Biçim: Şekil 31">
                <a:extLst>
                  <a:ext uri="{FF2B5EF4-FFF2-40B4-BE49-F238E27FC236}">
                    <a16:creationId xmlns:a16="http://schemas.microsoft.com/office/drawing/2014/main" id="{B8CF1011-9F94-4FA3-A166-9C40E5E9ACA2}"/>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46" name="Serbest Biçim: Şekil 32">
                <a:extLst>
                  <a:ext uri="{FF2B5EF4-FFF2-40B4-BE49-F238E27FC236}">
                    <a16:creationId xmlns:a16="http://schemas.microsoft.com/office/drawing/2014/main" id="{45028FD8-E287-4787-BAD0-D5B4C5DB9AB8}"/>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47" name="Serbest Biçim: Şekil 36">
                <a:extLst>
                  <a:ext uri="{FF2B5EF4-FFF2-40B4-BE49-F238E27FC236}">
                    <a16:creationId xmlns:a16="http://schemas.microsoft.com/office/drawing/2014/main" id="{117B12D1-6969-4FC0-B274-5DFD143DEB78}"/>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grpSp>
        <p:sp>
          <p:nvSpPr>
            <p:cNvPr id="40" name="Serbest Biçim: Şekil 23">
              <a:extLst>
                <a:ext uri="{FF2B5EF4-FFF2-40B4-BE49-F238E27FC236}">
                  <a16:creationId xmlns:a16="http://schemas.microsoft.com/office/drawing/2014/main" id="{E51F424F-933D-4AE9-A7D4-47D30A8E47EC}"/>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tr-TR" noProof="0"/>
            </a:p>
          </p:txBody>
        </p:sp>
      </p:grpSp>
      <p:sp>
        <p:nvSpPr>
          <p:cNvPr id="3" name="Tarih Yer Tutucusu 2">
            <a:extLst>
              <a:ext uri="{FF2B5EF4-FFF2-40B4-BE49-F238E27FC236}">
                <a16:creationId xmlns:a16="http://schemas.microsoft.com/office/drawing/2014/main" id="{A0C71211-4520-46A1-9487-4AE49C3239EF}"/>
              </a:ext>
            </a:extLst>
          </p:cNvPr>
          <p:cNvSpPr>
            <a:spLocks noGrp="1"/>
          </p:cNvSpPr>
          <p:nvPr>
            <p:ph type="dt" sz="half" idx="10"/>
          </p:nvPr>
        </p:nvSpPr>
        <p:spPr/>
        <p:txBody>
          <a:bodyPr rtlCol="0"/>
          <a:lstStyle/>
          <a:p>
            <a:pPr rtl="0"/>
            <a:r>
              <a:rPr lang="tr-TR" noProof="0"/>
              <a:t>20XX</a:t>
            </a:r>
          </a:p>
        </p:txBody>
      </p:sp>
      <p:sp>
        <p:nvSpPr>
          <p:cNvPr id="4" name="Alt Bilgi Yer Tutucusu 3">
            <a:extLst>
              <a:ext uri="{FF2B5EF4-FFF2-40B4-BE49-F238E27FC236}">
                <a16:creationId xmlns:a16="http://schemas.microsoft.com/office/drawing/2014/main" id="{96356206-85FD-45F5-A1F7-128DB34C860F}"/>
              </a:ext>
            </a:extLst>
          </p:cNvPr>
          <p:cNvSpPr>
            <a:spLocks noGrp="1"/>
          </p:cNvSpPr>
          <p:nvPr>
            <p:ph type="ftr" sz="quarter" idx="11"/>
          </p:nvPr>
        </p:nvSpPr>
        <p:spPr/>
        <p:txBody>
          <a:bodyPr rtlCol="0"/>
          <a:lstStyle/>
          <a:p>
            <a:pPr rtl="0"/>
            <a:r>
              <a:rPr lang="tr-TR" noProof="0"/>
              <a:t>Sunu başlığı</a:t>
            </a:r>
          </a:p>
        </p:txBody>
      </p:sp>
      <p:sp>
        <p:nvSpPr>
          <p:cNvPr id="5" name="Slayt Numarası Yer Tutucusu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spTree>
    <p:extLst>
      <p:ext uri="{BB962C8B-B14F-4D97-AF65-F5344CB8AC3E}">
        <p14:creationId xmlns:p14="http://schemas.microsoft.com/office/powerpoint/2010/main" val="208186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kipten 8 kişi">
    <p:spTree>
      <p:nvGrpSpPr>
        <p:cNvPr id="1" name=""/>
        <p:cNvGrpSpPr/>
        <p:nvPr/>
      </p:nvGrpSpPr>
      <p:grpSpPr>
        <a:xfrm>
          <a:off x="0" y="0"/>
          <a:ext cx="0" cy="0"/>
          <a:chOff x="0" y="0"/>
          <a:chExt cx="0" cy="0"/>
        </a:xfrm>
      </p:grpSpPr>
      <p:sp>
        <p:nvSpPr>
          <p:cNvPr id="50" name="Başlık 1">
            <a:extLst>
              <a:ext uri="{FF2B5EF4-FFF2-40B4-BE49-F238E27FC236}">
                <a16:creationId xmlns:a16="http://schemas.microsoft.com/office/drawing/2014/main" id="{B49703BB-2651-4695-AEAC-09D07157CB88}"/>
              </a:ext>
            </a:extLst>
          </p:cNvPr>
          <p:cNvSpPr>
            <a:spLocks noGrp="1"/>
          </p:cNvSpPr>
          <p:nvPr>
            <p:ph type="title"/>
          </p:nvPr>
        </p:nvSpPr>
        <p:spPr>
          <a:xfrm>
            <a:off x="841248" y="2048256"/>
            <a:ext cx="2206752" cy="868680"/>
          </a:xfrm>
        </p:spPr>
        <p:txBody>
          <a:bodyPr rtlCol="0">
            <a:normAutofit/>
          </a:bodyPr>
          <a:lstStyle>
            <a:lvl1pPr algn="l">
              <a:lnSpc>
                <a:spcPts val="4000"/>
              </a:lnSpc>
              <a:defRPr sz="3000" baseline="0"/>
            </a:lvl1pPr>
          </a:lstStyle>
          <a:p>
            <a:pPr rtl="0"/>
            <a:r>
              <a:rPr lang="tr-TR" noProof="0"/>
              <a:t>Asıl başlık stilini düzenlemek için tıklayın</a:t>
            </a:r>
          </a:p>
        </p:txBody>
      </p:sp>
      <p:sp>
        <p:nvSpPr>
          <p:cNvPr id="6" name="Resim Yer Tutucusu 23">
            <a:extLst>
              <a:ext uri="{FF2B5EF4-FFF2-40B4-BE49-F238E27FC236}">
                <a16:creationId xmlns:a16="http://schemas.microsoft.com/office/drawing/2014/main" id="{5E48B363-63E8-4F17-842B-53AD935A6529}"/>
              </a:ext>
            </a:extLst>
          </p:cNvPr>
          <p:cNvSpPr>
            <a:spLocks noGrp="1"/>
          </p:cNvSpPr>
          <p:nvPr>
            <p:ph type="pic" sz="quarter" idx="13"/>
          </p:nvPr>
        </p:nvSpPr>
        <p:spPr>
          <a:xfrm>
            <a:off x="3371850" y="905256"/>
            <a:ext cx="1828800" cy="1371600"/>
          </a:xfrm>
          <a:solidFill>
            <a:schemeClr val="accent5"/>
          </a:solidFill>
        </p:spPr>
        <p:txBody>
          <a:bodyPr rtlCol="0">
            <a:normAutofit/>
          </a:bodyPr>
          <a:lstStyle>
            <a:lvl1pPr marL="0" indent="0">
              <a:buNone/>
              <a:defRPr sz="1400">
                <a:solidFill>
                  <a:schemeClr val="tx1"/>
                </a:solidFill>
              </a:defRPr>
            </a:lvl1pPr>
          </a:lstStyle>
          <a:p>
            <a:pPr rtl="0"/>
            <a:r>
              <a:rPr lang="tr-TR" noProof="0"/>
              <a:t>Resim eklemek için simgeye tıklayın</a:t>
            </a:r>
          </a:p>
        </p:txBody>
      </p:sp>
      <p:sp>
        <p:nvSpPr>
          <p:cNvPr id="7" name="Resim Yer Tutucusu 23">
            <a:extLst>
              <a:ext uri="{FF2B5EF4-FFF2-40B4-BE49-F238E27FC236}">
                <a16:creationId xmlns:a16="http://schemas.microsoft.com/office/drawing/2014/main" id="{9ABA5222-6FD6-405B-8AC8-18022C36590F}"/>
              </a:ext>
            </a:extLst>
          </p:cNvPr>
          <p:cNvSpPr>
            <a:spLocks noGrp="1"/>
          </p:cNvSpPr>
          <p:nvPr>
            <p:ph type="pic" sz="quarter" idx="14"/>
          </p:nvPr>
        </p:nvSpPr>
        <p:spPr>
          <a:xfrm>
            <a:off x="5568950" y="905256"/>
            <a:ext cx="1828800" cy="1371600"/>
          </a:xfrm>
          <a:solidFill>
            <a:schemeClr val="accent5"/>
          </a:solidFill>
        </p:spPr>
        <p:txBody>
          <a:bodyPr rtlCol="0">
            <a:normAutofit/>
          </a:bodyPr>
          <a:lstStyle>
            <a:lvl1pPr marL="0" indent="0">
              <a:buNone/>
              <a:defRPr sz="1400">
                <a:solidFill>
                  <a:schemeClr val="tx1"/>
                </a:solidFill>
              </a:defRPr>
            </a:lvl1pPr>
          </a:lstStyle>
          <a:p>
            <a:pPr rtl="0"/>
            <a:r>
              <a:rPr lang="tr-TR" noProof="0"/>
              <a:t>Resim eklemek için simgeye tıklayın</a:t>
            </a:r>
          </a:p>
        </p:txBody>
      </p:sp>
      <p:sp>
        <p:nvSpPr>
          <p:cNvPr id="8" name="Resim Yer Tutucusu 23">
            <a:extLst>
              <a:ext uri="{FF2B5EF4-FFF2-40B4-BE49-F238E27FC236}">
                <a16:creationId xmlns:a16="http://schemas.microsoft.com/office/drawing/2014/main" id="{124DE785-775F-4AE4-94B3-FA728188EBA5}"/>
              </a:ext>
            </a:extLst>
          </p:cNvPr>
          <p:cNvSpPr>
            <a:spLocks noGrp="1"/>
          </p:cNvSpPr>
          <p:nvPr>
            <p:ph type="pic" sz="quarter" idx="15"/>
          </p:nvPr>
        </p:nvSpPr>
        <p:spPr>
          <a:xfrm>
            <a:off x="7766050" y="905256"/>
            <a:ext cx="1828800" cy="1371600"/>
          </a:xfrm>
          <a:solidFill>
            <a:schemeClr val="accent5"/>
          </a:solidFill>
        </p:spPr>
        <p:txBody>
          <a:bodyPr rtlCol="0">
            <a:normAutofit/>
          </a:bodyPr>
          <a:lstStyle>
            <a:lvl1pPr marL="0" indent="0">
              <a:buNone/>
              <a:defRPr sz="1400">
                <a:solidFill>
                  <a:schemeClr val="tx1"/>
                </a:solidFill>
              </a:defRPr>
            </a:lvl1pPr>
          </a:lstStyle>
          <a:p>
            <a:pPr rtl="0"/>
            <a:r>
              <a:rPr lang="tr-TR" noProof="0"/>
              <a:t>Resim eklemek için simgeye tıklayın</a:t>
            </a:r>
          </a:p>
        </p:txBody>
      </p:sp>
      <p:sp>
        <p:nvSpPr>
          <p:cNvPr id="9" name="Resim Yer Tutucusu 23">
            <a:extLst>
              <a:ext uri="{FF2B5EF4-FFF2-40B4-BE49-F238E27FC236}">
                <a16:creationId xmlns:a16="http://schemas.microsoft.com/office/drawing/2014/main" id="{F5694B35-7776-4DB9-9EB7-3AF076EC357D}"/>
              </a:ext>
            </a:extLst>
          </p:cNvPr>
          <p:cNvSpPr>
            <a:spLocks noGrp="1"/>
          </p:cNvSpPr>
          <p:nvPr>
            <p:ph type="pic" sz="quarter" idx="16"/>
          </p:nvPr>
        </p:nvSpPr>
        <p:spPr>
          <a:xfrm>
            <a:off x="9963150" y="905256"/>
            <a:ext cx="1828800" cy="1371600"/>
          </a:xfrm>
          <a:solidFill>
            <a:schemeClr val="accent5"/>
          </a:solidFill>
        </p:spPr>
        <p:txBody>
          <a:bodyPr rtlCol="0">
            <a:normAutofit/>
          </a:bodyPr>
          <a:lstStyle>
            <a:lvl1pPr marL="0" indent="0">
              <a:buNone/>
              <a:defRPr sz="1400">
                <a:solidFill>
                  <a:schemeClr val="tx1"/>
                </a:solidFill>
              </a:defRPr>
            </a:lvl1pPr>
          </a:lstStyle>
          <a:p>
            <a:pPr rtl="0"/>
            <a:r>
              <a:rPr lang="tr-TR" noProof="0"/>
              <a:t>Resim eklemek için simgeye tıklayın</a:t>
            </a:r>
          </a:p>
        </p:txBody>
      </p:sp>
      <p:sp>
        <p:nvSpPr>
          <p:cNvPr id="10" name="Metin Yer Tutucusu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3352801" y="2441448"/>
            <a:ext cx="1828800" cy="265176"/>
          </a:xfrm>
        </p:spPr>
        <p:txBody>
          <a:bodyPr lIns="0" tIns="0" rIns="0" bIns="0" rtlCol="0" anchor="ctr" anchorCtr="0">
            <a:noAutofit/>
          </a:bodyPr>
          <a:lstStyle>
            <a:lvl1pPr marL="0" indent="0" algn="ctr">
              <a:lnSpc>
                <a:spcPct val="100000"/>
              </a:lnSpc>
              <a:spcBef>
                <a:spcPts val="0"/>
              </a:spcBef>
              <a:buNone/>
              <a:defRPr sz="1200" b="0" spc="20" baseline="0">
                <a:solidFill>
                  <a:schemeClr val="tx1"/>
                </a:solidFill>
                <a:latin typeface="+mj-lt"/>
              </a:defRPr>
            </a:lvl1pPr>
          </a:lstStyle>
          <a:p>
            <a:pPr lvl="0" rtl="0"/>
            <a:r>
              <a:rPr lang="tr-TR" noProof="0"/>
              <a:t>AD</a:t>
            </a:r>
          </a:p>
        </p:txBody>
      </p:sp>
      <p:sp>
        <p:nvSpPr>
          <p:cNvPr id="11" name="Metin Yer Tutucusu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3352800" y="2761488"/>
            <a:ext cx="1828800" cy="265176"/>
          </a:xfrm>
        </p:spPr>
        <p:txBody>
          <a:bodyPr lIns="0" tIns="0" rIns="0" bIns="0" rtlCol="0">
            <a:noAutofit/>
          </a:bodyPr>
          <a:lstStyle>
            <a:lvl1pPr marL="0" indent="0" algn="ctr">
              <a:lnSpc>
                <a:spcPct val="100000"/>
              </a:lnSpc>
              <a:spcBef>
                <a:spcPts val="0"/>
              </a:spcBef>
              <a:buNone/>
              <a:defRPr sz="1000" b="0" spc="20" baseline="0">
                <a:solidFill>
                  <a:schemeClr val="tx1"/>
                </a:solidFill>
              </a:defRPr>
            </a:lvl1pPr>
          </a:lstStyle>
          <a:p>
            <a:pPr lvl="0" rtl="0"/>
            <a:r>
              <a:rPr lang="tr-TR" noProof="0"/>
              <a:t>Başlık</a:t>
            </a:r>
          </a:p>
        </p:txBody>
      </p:sp>
      <p:sp>
        <p:nvSpPr>
          <p:cNvPr id="20" name="Metin Yer Tutucusu 28">
            <a:extLst>
              <a:ext uri="{FF2B5EF4-FFF2-40B4-BE49-F238E27FC236}">
                <a16:creationId xmlns:a16="http://schemas.microsoft.com/office/drawing/2014/main" id="{61176CED-9BFE-4139-B6C8-10F9A4DD5F2D}"/>
              </a:ext>
            </a:extLst>
          </p:cNvPr>
          <p:cNvSpPr>
            <a:spLocks noGrp="1"/>
          </p:cNvSpPr>
          <p:nvPr>
            <p:ph type="body" sz="quarter" idx="19" hasCustomPrompt="1"/>
          </p:nvPr>
        </p:nvSpPr>
        <p:spPr>
          <a:xfrm>
            <a:off x="5534024" y="2441448"/>
            <a:ext cx="1828800" cy="265176"/>
          </a:xfrm>
        </p:spPr>
        <p:txBody>
          <a:bodyPr lIns="0" tIns="0" rIns="0" bIns="0" rtlCol="0" anchor="ctr" anchorCtr="0">
            <a:noAutofit/>
          </a:bodyPr>
          <a:lstStyle>
            <a:lvl1pPr marL="0" indent="0" algn="ctr">
              <a:lnSpc>
                <a:spcPct val="100000"/>
              </a:lnSpc>
              <a:spcBef>
                <a:spcPts val="0"/>
              </a:spcBef>
              <a:buNone/>
              <a:defRPr sz="1200" b="0" spc="20" baseline="0">
                <a:solidFill>
                  <a:schemeClr val="tx1"/>
                </a:solidFill>
                <a:latin typeface="+mj-lt"/>
              </a:defRPr>
            </a:lvl1pPr>
          </a:lstStyle>
          <a:p>
            <a:pPr lvl="0" rtl="0"/>
            <a:r>
              <a:rPr lang="tr-TR" noProof="0"/>
              <a:t>AD</a:t>
            </a:r>
          </a:p>
        </p:txBody>
      </p:sp>
      <p:sp>
        <p:nvSpPr>
          <p:cNvPr id="21" name="Metin Yer Tutucusu 28">
            <a:extLst>
              <a:ext uri="{FF2B5EF4-FFF2-40B4-BE49-F238E27FC236}">
                <a16:creationId xmlns:a16="http://schemas.microsoft.com/office/drawing/2014/main" id="{BB2D875B-8A2E-4BAA-87D2-8E96456A85C3}"/>
              </a:ext>
            </a:extLst>
          </p:cNvPr>
          <p:cNvSpPr>
            <a:spLocks noGrp="1"/>
          </p:cNvSpPr>
          <p:nvPr>
            <p:ph type="body" sz="quarter" idx="20" hasCustomPrompt="1"/>
          </p:nvPr>
        </p:nvSpPr>
        <p:spPr>
          <a:xfrm>
            <a:off x="5534023" y="2761488"/>
            <a:ext cx="1828800" cy="265176"/>
          </a:xfrm>
        </p:spPr>
        <p:txBody>
          <a:bodyPr lIns="0" tIns="0" rIns="0" bIns="0" rtlCol="0">
            <a:noAutofit/>
          </a:bodyPr>
          <a:lstStyle>
            <a:lvl1pPr marL="0" indent="0" algn="ctr">
              <a:lnSpc>
                <a:spcPct val="100000"/>
              </a:lnSpc>
              <a:spcBef>
                <a:spcPts val="0"/>
              </a:spcBef>
              <a:buNone/>
              <a:defRPr sz="1000" b="0" spc="20" baseline="0">
                <a:solidFill>
                  <a:schemeClr val="tx1"/>
                </a:solidFill>
              </a:defRPr>
            </a:lvl1pPr>
          </a:lstStyle>
          <a:p>
            <a:pPr lvl="0" rtl="0"/>
            <a:r>
              <a:rPr lang="tr-TR" noProof="0"/>
              <a:t>Başlık</a:t>
            </a:r>
          </a:p>
        </p:txBody>
      </p:sp>
      <p:sp>
        <p:nvSpPr>
          <p:cNvPr id="22" name="Metin Yer Tutucusu 28">
            <a:extLst>
              <a:ext uri="{FF2B5EF4-FFF2-40B4-BE49-F238E27FC236}">
                <a16:creationId xmlns:a16="http://schemas.microsoft.com/office/drawing/2014/main" id="{85BF81E7-E1BD-4D1E-82F6-A7C0CDD6D5B4}"/>
              </a:ext>
            </a:extLst>
          </p:cNvPr>
          <p:cNvSpPr>
            <a:spLocks noGrp="1"/>
          </p:cNvSpPr>
          <p:nvPr>
            <p:ph type="body" sz="quarter" idx="21" hasCustomPrompt="1"/>
          </p:nvPr>
        </p:nvSpPr>
        <p:spPr>
          <a:xfrm>
            <a:off x="7766050" y="2441448"/>
            <a:ext cx="1828800" cy="265176"/>
          </a:xfrm>
        </p:spPr>
        <p:txBody>
          <a:bodyPr lIns="0" tIns="0" rIns="0" bIns="0" rtlCol="0" anchor="ctr" anchorCtr="0">
            <a:noAutofit/>
          </a:bodyPr>
          <a:lstStyle>
            <a:lvl1pPr marL="0" indent="0" algn="ctr">
              <a:lnSpc>
                <a:spcPct val="100000"/>
              </a:lnSpc>
              <a:spcBef>
                <a:spcPts val="0"/>
              </a:spcBef>
              <a:buNone/>
              <a:defRPr sz="1200" b="0" spc="20" baseline="0">
                <a:solidFill>
                  <a:schemeClr val="tx1"/>
                </a:solidFill>
                <a:latin typeface="+mj-lt"/>
              </a:defRPr>
            </a:lvl1pPr>
          </a:lstStyle>
          <a:p>
            <a:pPr lvl="0" rtl="0"/>
            <a:r>
              <a:rPr lang="tr-TR" noProof="0"/>
              <a:t>AD</a:t>
            </a:r>
          </a:p>
        </p:txBody>
      </p:sp>
      <p:sp>
        <p:nvSpPr>
          <p:cNvPr id="23" name="Metin Yer Tutucusu 28">
            <a:extLst>
              <a:ext uri="{FF2B5EF4-FFF2-40B4-BE49-F238E27FC236}">
                <a16:creationId xmlns:a16="http://schemas.microsoft.com/office/drawing/2014/main" id="{B966330D-3F04-4061-A0B4-9AB5D36C682B}"/>
              </a:ext>
            </a:extLst>
          </p:cNvPr>
          <p:cNvSpPr>
            <a:spLocks noGrp="1"/>
          </p:cNvSpPr>
          <p:nvPr>
            <p:ph type="body" sz="quarter" idx="22" hasCustomPrompt="1"/>
          </p:nvPr>
        </p:nvSpPr>
        <p:spPr>
          <a:xfrm>
            <a:off x="7766049" y="2761488"/>
            <a:ext cx="1828800" cy="265176"/>
          </a:xfrm>
        </p:spPr>
        <p:txBody>
          <a:bodyPr lIns="0" tIns="0" rIns="0" bIns="0" rtlCol="0">
            <a:noAutofit/>
          </a:bodyPr>
          <a:lstStyle>
            <a:lvl1pPr marL="0" indent="0" algn="ctr">
              <a:lnSpc>
                <a:spcPct val="100000"/>
              </a:lnSpc>
              <a:spcBef>
                <a:spcPts val="0"/>
              </a:spcBef>
              <a:buNone/>
              <a:defRPr sz="1000" b="0" spc="20" baseline="0">
                <a:solidFill>
                  <a:schemeClr val="tx1"/>
                </a:solidFill>
              </a:defRPr>
            </a:lvl1pPr>
          </a:lstStyle>
          <a:p>
            <a:pPr lvl="0" rtl="0"/>
            <a:r>
              <a:rPr lang="tr-TR" noProof="0"/>
              <a:t>Başlık</a:t>
            </a:r>
          </a:p>
        </p:txBody>
      </p:sp>
      <p:sp>
        <p:nvSpPr>
          <p:cNvPr id="24" name="Metin Yer Tutucusu 28">
            <a:extLst>
              <a:ext uri="{FF2B5EF4-FFF2-40B4-BE49-F238E27FC236}">
                <a16:creationId xmlns:a16="http://schemas.microsoft.com/office/drawing/2014/main" id="{3D67AFFF-E27F-41A0-8D71-544EA9CDAF6E}"/>
              </a:ext>
            </a:extLst>
          </p:cNvPr>
          <p:cNvSpPr>
            <a:spLocks noGrp="1"/>
          </p:cNvSpPr>
          <p:nvPr>
            <p:ph type="body" sz="quarter" idx="23" hasCustomPrompt="1"/>
          </p:nvPr>
        </p:nvSpPr>
        <p:spPr>
          <a:xfrm>
            <a:off x="9963151" y="2441448"/>
            <a:ext cx="1828800" cy="265176"/>
          </a:xfrm>
        </p:spPr>
        <p:txBody>
          <a:bodyPr lIns="0" tIns="0" rIns="0" bIns="0" rtlCol="0" anchor="ctr" anchorCtr="0">
            <a:noAutofit/>
          </a:bodyPr>
          <a:lstStyle>
            <a:lvl1pPr marL="0" indent="0" algn="ctr">
              <a:lnSpc>
                <a:spcPct val="100000"/>
              </a:lnSpc>
              <a:spcBef>
                <a:spcPts val="0"/>
              </a:spcBef>
              <a:buNone/>
              <a:defRPr sz="1200" b="0" spc="20" baseline="0">
                <a:solidFill>
                  <a:schemeClr val="tx1"/>
                </a:solidFill>
                <a:latin typeface="+mj-lt"/>
              </a:defRPr>
            </a:lvl1pPr>
          </a:lstStyle>
          <a:p>
            <a:pPr lvl="0" rtl="0"/>
            <a:r>
              <a:rPr lang="tr-TR" noProof="0"/>
              <a:t>AD</a:t>
            </a:r>
          </a:p>
        </p:txBody>
      </p:sp>
      <p:sp>
        <p:nvSpPr>
          <p:cNvPr id="25" name="Metin Yer Tutucusu 28">
            <a:extLst>
              <a:ext uri="{FF2B5EF4-FFF2-40B4-BE49-F238E27FC236}">
                <a16:creationId xmlns:a16="http://schemas.microsoft.com/office/drawing/2014/main" id="{165BC447-A277-4C10-8A24-D47C19A12751}"/>
              </a:ext>
            </a:extLst>
          </p:cNvPr>
          <p:cNvSpPr>
            <a:spLocks noGrp="1"/>
          </p:cNvSpPr>
          <p:nvPr>
            <p:ph type="body" sz="quarter" idx="24" hasCustomPrompt="1"/>
          </p:nvPr>
        </p:nvSpPr>
        <p:spPr>
          <a:xfrm>
            <a:off x="9963150" y="2761488"/>
            <a:ext cx="1828800" cy="265176"/>
          </a:xfrm>
        </p:spPr>
        <p:txBody>
          <a:bodyPr lIns="0" tIns="0" rIns="0" bIns="0" rtlCol="0">
            <a:noAutofit/>
          </a:bodyPr>
          <a:lstStyle>
            <a:lvl1pPr marL="0" indent="0" algn="ctr">
              <a:lnSpc>
                <a:spcPct val="100000"/>
              </a:lnSpc>
              <a:spcBef>
                <a:spcPts val="0"/>
              </a:spcBef>
              <a:buNone/>
              <a:defRPr sz="1000" b="0" spc="20" baseline="0">
                <a:solidFill>
                  <a:schemeClr val="tx1"/>
                </a:solidFill>
              </a:defRPr>
            </a:lvl1pPr>
          </a:lstStyle>
          <a:p>
            <a:pPr lvl="0" rtl="0"/>
            <a:r>
              <a:rPr lang="tr-TR" noProof="0"/>
              <a:t>Başlık</a:t>
            </a:r>
          </a:p>
        </p:txBody>
      </p:sp>
      <p:sp>
        <p:nvSpPr>
          <p:cNvPr id="26" name="Resim Yer Tutucusu 23">
            <a:extLst>
              <a:ext uri="{FF2B5EF4-FFF2-40B4-BE49-F238E27FC236}">
                <a16:creationId xmlns:a16="http://schemas.microsoft.com/office/drawing/2014/main" id="{D38576C9-402D-4831-A0EF-BBCA80D73A7B}"/>
              </a:ext>
            </a:extLst>
          </p:cNvPr>
          <p:cNvSpPr>
            <a:spLocks noGrp="1"/>
          </p:cNvSpPr>
          <p:nvPr>
            <p:ph type="pic" sz="quarter" idx="25"/>
          </p:nvPr>
        </p:nvSpPr>
        <p:spPr>
          <a:xfrm>
            <a:off x="3371850" y="3639312"/>
            <a:ext cx="1828800" cy="1371600"/>
          </a:xfrm>
          <a:solidFill>
            <a:schemeClr val="accent5"/>
          </a:solidFill>
        </p:spPr>
        <p:txBody>
          <a:bodyPr rtlCol="0">
            <a:normAutofit/>
          </a:bodyPr>
          <a:lstStyle>
            <a:lvl1pPr marL="0" indent="0">
              <a:buNone/>
              <a:defRPr sz="1400">
                <a:solidFill>
                  <a:schemeClr val="tx1"/>
                </a:solidFill>
              </a:defRPr>
            </a:lvl1pPr>
          </a:lstStyle>
          <a:p>
            <a:pPr rtl="0"/>
            <a:r>
              <a:rPr lang="tr-TR" noProof="0"/>
              <a:t>Resim eklemek için simgeye tıklayın</a:t>
            </a:r>
          </a:p>
        </p:txBody>
      </p:sp>
      <p:sp>
        <p:nvSpPr>
          <p:cNvPr id="27" name="Resim Yer Tutucusu 23">
            <a:extLst>
              <a:ext uri="{FF2B5EF4-FFF2-40B4-BE49-F238E27FC236}">
                <a16:creationId xmlns:a16="http://schemas.microsoft.com/office/drawing/2014/main" id="{7C6F3EEF-659E-493F-AFB3-FCED6B1DF51D}"/>
              </a:ext>
            </a:extLst>
          </p:cNvPr>
          <p:cNvSpPr>
            <a:spLocks noGrp="1"/>
          </p:cNvSpPr>
          <p:nvPr>
            <p:ph type="pic" sz="quarter" idx="26"/>
          </p:nvPr>
        </p:nvSpPr>
        <p:spPr>
          <a:xfrm>
            <a:off x="5568950" y="3639312"/>
            <a:ext cx="1828800" cy="1371600"/>
          </a:xfrm>
          <a:solidFill>
            <a:schemeClr val="accent5"/>
          </a:solidFill>
        </p:spPr>
        <p:txBody>
          <a:bodyPr rtlCol="0">
            <a:normAutofit/>
          </a:bodyPr>
          <a:lstStyle>
            <a:lvl1pPr marL="0" indent="0">
              <a:buNone/>
              <a:defRPr sz="1400">
                <a:solidFill>
                  <a:schemeClr val="tx1"/>
                </a:solidFill>
              </a:defRPr>
            </a:lvl1pPr>
          </a:lstStyle>
          <a:p>
            <a:pPr rtl="0"/>
            <a:r>
              <a:rPr lang="tr-TR" noProof="0"/>
              <a:t>Resim eklemek için simgeye tıklayın</a:t>
            </a:r>
          </a:p>
        </p:txBody>
      </p:sp>
      <p:sp>
        <p:nvSpPr>
          <p:cNvPr id="28" name="Resim Yer Tutucusu 23">
            <a:extLst>
              <a:ext uri="{FF2B5EF4-FFF2-40B4-BE49-F238E27FC236}">
                <a16:creationId xmlns:a16="http://schemas.microsoft.com/office/drawing/2014/main" id="{979DF6BA-4DEB-48BE-B6A3-693B3E7BBA0F}"/>
              </a:ext>
            </a:extLst>
          </p:cNvPr>
          <p:cNvSpPr>
            <a:spLocks noGrp="1"/>
          </p:cNvSpPr>
          <p:nvPr>
            <p:ph type="pic" sz="quarter" idx="27"/>
          </p:nvPr>
        </p:nvSpPr>
        <p:spPr>
          <a:xfrm>
            <a:off x="7766050" y="3639312"/>
            <a:ext cx="1828800" cy="1371600"/>
          </a:xfrm>
          <a:solidFill>
            <a:schemeClr val="accent5"/>
          </a:solidFill>
        </p:spPr>
        <p:txBody>
          <a:bodyPr rtlCol="0">
            <a:normAutofit/>
          </a:bodyPr>
          <a:lstStyle>
            <a:lvl1pPr marL="0" indent="0">
              <a:buNone/>
              <a:defRPr sz="1400">
                <a:solidFill>
                  <a:schemeClr val="tx1"/>
                </a:solidFill>
              </a:defRPr>
            </a:lvl1pPr>
          </a:lstStyle>
          <a:p>
            <a:pPr rtl="0"/>
            <a:r>
              <a:rPr lang="tr-TR" noProof="0"/>
              <a:t>Resim eklemek için simgeye tıklayın</a:t>
            </a:r>
          </a:p>
        </p:txBody>
      </p:sp>
      <p:sp>
        <p:nvSpPr>
          <p:cNvPr id="29" name="Resim Yer Tutucusu 23">
            <a:extLst>
              <a:ext uri="{FF2B5EF4-FFF2-40B4-BE49-F238E27FC236}">
                <a16:creationId xmlns:a16="http://schemas.microsoft.com/office/drawing/2014/main" id="{5BBD9013-A1CA-4022-8094-3B41A2583423}"/>
              </a:ext>
            </a:extLst>
          </p:cNvPr>
          <p:cNvSpPr>
            <a:spLocks noGrp="1"/>
          </p:cNvSpPr>
          <p:nvPr>
            <p:ph type="pic" sz="quarter" idx="28"/>
          </p:nvPr>
        </p:nvSpPr>
        <p:spPr>
          <a:xfrm>
            <a:off x="9963150" y="3639312"/>
            <a:ext cx="1828800" cy="1371600"/>
          </a:xfrm>
          <a:solidFill>
            <a:schemeClr val="accent5"/>
          </a:solidFill>
        </p:spPr>
        <p:txBody>
          <a:bodyPr rtlCol="0">
            <a:normAutofit/>
          </a:bodyPr>
          <a:lstStyle>
            <a:lvl1pPr marL="0" indent="0">
              <a:buNone/>
              <a:defRPr sz="1400">
                <a:solidFill>
                  <a:schemeClr val="tx1"/>
                </a:solidFill>
              </a:defRPr>
            </a:lvl1pPr>
          </a:lstStyle>
          <a:p>
            <a:pPr rtl="0"/>
            <a:r>
              <a:rPr lang="tr-TR" noProof="0"/>
              <a:t>Resim eklemek için simgeye tıklayın</a:t>
            </a:r>
          </a:p>
        </p:txBody>
      </p:sp>
      <p:sp>
        <p:nvSpPr>
          <p:cNvPr id="30" name="Metin Yer Tutucusu 28">
            <a:extLst>
              <a:ext uri="{FF2B5EF4-FFF2-40B4-BE49-F238E27FC236}">
                <a16:creationId xmlns:a16="http://schemas.microsoft.com/office/drawing/2014/main" id="{F2248C56-00FA-4F0D-BF46-063951CCC538}"/>
              </a:ext>
            </a:extLst>
          </p:cNvPr>
          <p:cNvSpPr>
            <a:spLocks noGrp="1"/>
          </p:cNvSpPr>
          <p:nvPr>
            <p:ph type="body" sz="quarter" idx="29" hasCustomPrompt="1"/>
          </p:nvPr>
        </p:nvSpPr>
        <p:spPr>
          <a:xfrm>
            <a:off x="3352801" y="5175504"/>
            <a:ext cx="1828800" cy="265176"/>
          </a:xfrm>
        </p:spPr>
        <p:txBody>
          <a:bodyPr lIns="0" tIns="0" rIns="0" bIns="0" rtlCol="0" anchor="ctr" anchorCtr="0">
            <a:noAutofit/>
          </a:bodyPr>
          <a:lstStyle>
            <a:lvl1pPr marL="0" indent="0" algn="ctr">
              <a:lnSpc>
                <a:spcPct val="100000"/>
              </a:lnSpc>
              <a:spcBef>
                <a:spcPts val="0"/>
              </a:spcBef>
              <a:buNone/>
              <a:defRPr sz="1200" b="0" spc="20" baseline="0">
                <a:solidFill>
                  <a:schemeClr val="tx1"/>
                </a:solidFill>
                <a:latin typeface="+mj-lt"/>
              </a:defRPr>
            </a:lvl1pPr>
          </a:lstStyle>
          <a:p>
            <a:pPr lvl="0" rtl="0"/>
            <a:r>
              <a:rPr lang="tr-TR" noProof="0"/>
              <a:t>AD</a:t>
            </a:r>
          </a:p>
        </p:txBody>
      </p:sp>
      <p:sp>
        <p:nvSpPr>
          <p:cNvPr id="31" name="Metin Yer Tutucusu 28">
            <a:extLst>
              <a:ext uri="{FF2B5EF4-FFF2-40B4-BE49-F238E27FC236}">
                <a16:creationId xmlns:a16="http://schemas.microsoft.com/office/drawing/2014/main" id="{35FEBC56-AFA3-4970-8BC5-C90EE1A9E68C}"/>
              </a:ext>
            </a:extLst>
          </p:cNvPr>
          <p:cNvSpPr>
            <a:spLocks noGrp="1"/>
          </p:cNvSpPr>
          <p:nvPr>
            <p:ph type="body" sz="quarter" idx="30" hasCustomPrompt="1"/>
          </p:nvPr>
        </p:nvSpPr>
        <p:spPr>
          <a:xfrm>
            <a:off x="3352800" y="5504688"/>
            <a:ext cx="1828800" cy="265176"/>
          </a:xfrm>
        </p:spPr>
        <p:txBody>
          <a:bodyPr lIns="0" tIns="0" rIns="0" bIns="0" rtlCol="0">
            <a:noAutofit/>
          </a:bodyPr>
          <a:lstStyle>
            <a:lvl1pPr marL="0" indent="0" algn="ctr">
              <a:lnSpc>
                <a:spcPct val="100000"/>
              </a:lnSpc>
              <a:spcBef>
                <a:spcPts val="0"/>
              </a:spcBef>
              <a:buNone/>
              <a:defRPr sz="1000" b="0" spc="20" baseline="0">
                <a:solidFill>
                  <a:schemeClr val="tx1"/>
                </a:solidFill>
              </a:defRPr>
            </a:lvl1pPr>
          </a:lstStyle>
          <a:p>
            <a:pPr lvl="0" rtl="0"/>
            <a:r>
              <a:rPr lang="tr-TR" noProof="0"/>
              <a:t>Başlık</a:t>
            </a:r>
          </a:p>
        </p:txBody>
      </p:sp>
      <p:sp>
        <p:nvSpPr>
          <p:cNvPr id="32" name="Metin Yer Tutucusu 28">
            <a:extLst>
              <a:ext uri="{FF2B5EF4-FFF2-40B4-BE49-F238E27FC236}">
                <a16:creationId xmlns:a16="http://schemas.microsoft.com/office/drawing/2014/main" id="{8CCCF04E-E04C-4AB1-9C53-B92D17F93266}"/>
              </a:ext>
            </a:extLst>
          </p:cNvPr>
          <p:cNvSpPr>
            <a:spLocks noGrp="1"/>
          </p:cNvSpPr>
          <p:nvPr>
            <p:ph type="body" sz="quarter" idx="31" hasCustomPrompt="1"/>
          </p:nvPr>
        </p:nvSpPr>
        <p:spPr>
          <a:xfrm>
            <a:off x="5534024" y="5175504"/>
            <a:ext cx="1828800" cy="265176"/>
          </a:xfrm>
        </p:spPr>
        <p:txBody>
          <a:bodyPr lIns="0" tIns="0" rIns="0" bIns="0" rtlCol="0" anchor="ctr" anchorCtr="0">
            <a:noAutofit/>
          </a:bodyPr>
          <a:lstStyle>
            <a:lvl1pPr marL="0" indent="0" algn="ctr">
              <a:lnSpc>
                <a:spcPct val="100000"/>
              </a:lnSpc>
              <a:spcBef>
                <a:spcPts val="0"/>
              </a:spcBef>
              <a:buNone/>
              <a:defRPr sz="1200" b="0" spc="20" baseline="0">
                <a:solidFill>
                  <a:schemeClr val="tx1"/>
                </a:solidFill>
                <a:latin typeface="+mj-lt"/>
              </a:defRPr>
            </a:lvl1pPr>
          </a:lstStyle>
          <a:p>
            <a:pPr lvl="0" rtl="0"/>
            <a:r>
              <a:rPr lang="tr-TR" noProof="0"/>
              <a:t>AD</a:t>
            </a:r>
          </a:p>
        </p:txBody>
      </p:sp>
      <p:sp>
        <p:nvSpPr>
          <p:cNvPr id="33" name="Metin Yer Tutucusu 28">
            <a:extLst>
              <a:ext uri="{FF2B5EF4-FFF2-40B4-BE49-F238E27FC236}">
                <a16:creationId xmlns:a16="http://schemas.microsoft.com/office/drawing/2014/main" id="{219B05E2-B801-49E7-BB53-1DA62B85967E}"/>
              </a:ext>
            </a:extLst>
          </p:cNvPr>
          <p:cNvSpPr>
            <a:spLocks noGrp="1"/>
          </p:cNvSpPr>
          <p:nvPr>
            <p:ph type="body" sz="quarter" idx="32" hasCustomPrompt="1"/>
          </p:nvPr>
        </p:nvSpPr>
        <p:spPr>
          <a:xfrm>
            <a:off x="5534023" y="5504688"/>
            <a:ext cx="1828800" cy="265176"/>
          </a:xfrm>
        </p:spPr>
        <p:txBody>
          <a:bodyPr lIns="0" tIns="0" rIns="0" bIns="0" rtlCol="0">
            <a:noAutofit/>
          </a:bodyPr>
          <a:lstStyle>
            <a:lvl1pPr marL="0" indent="0" algn="ctr">
              <a:lnSpc>
                <a:spcPct val="100000"/>
              </a:lnSpc>
              <a:spcBef>
                <a:spcPts val="0"/>
              </a:spcBef>
              <a:buNone/>
              <a:defRPr sz="1000" b="0" spc="20" baseline="0">
                <a:solidFill>
                  <a:schemeClr val="tx1"/>
                </a:solidFill>
              </a:defRPr>
            </a:lvl1pPr>
          </a:lstStyle>
          <a:p>
            <a:pPr lvl="0" rtl="0"/>
            <a:r>
              <a:rPr lang="tr-TR" noProof="0"/>
              <a:t>Başlık</a:t>
            </a:r>
          </a:p>
        </p:txBody>
      </p:sp>
      <p:sp>
        <p:nvSpPr>
          <p:cNvPr id="34" name="Metin Yer Tutucusu 28">
            <a:extLst>
              <a:ext uri="{FF2B5EF4-FFF2-40B4-BE49-F238E27FC236}">
                <a16:creationId xmlns:a16="http://schemas.microsoft.com/office/drawing/2014/main" id="{A31D8B7D-D3A7-4B0C-8920-B72C7DDA4461}"/>
              </a:ext>
            </a:extLst>
          </p:cNvPr>
          <p:cNvSpPr>
            <a:spLocks noGrp="1"/>
          </p:cNvSpPr>
          <p:nvPr>
            <p:ph type="body" sz="quarter" idx="33" hasCustomPrompt="1"/>
          </p:nvPr>
        </p:nvSpPr>
        <p:spPr>
          <a:xfrm>
            <a:off x="7766050" y="5175504"/>
            <a:ext cx="1828800" cy="265176"/>
          </a:xfrm>
        </p:spPr>
        <p:txBody>
          <a:bodyPr lIns="0" tIns="0" rIns="0" bIns="0" rtlCol="0" anchor="ctr" anchorCtr="0">
            <a:noAutofit/>
          </a:bodyPr>
          <a:lstStyle>
            <a:lvl1pPr marL="0" indent="0" algn="ctr">
              <a:lnSpc>
                <a:spcPct val="100000"/>
              </a:lnSpc>
              <a:spcBef>
                <a:spcPts val="0"/>
              </a:spcBef>
              <a:buNone/>
              <a:defRPr sz="1200" b="0" spc="20" baseline="0">
                <a:solidFill>
                  <a:schemeClr val="tx1"/>
                </a:solidFill>
                <a:latin typeface="+mj-lt"/>
              </a:defRPr>
            </a:lvl1pPr>
          </a:lstStyle>
          <a:p>
            <a:pPr lvl="0" rtl="0"/>
            <a:r>
              <a:rPr lang="tr-TR" noProof="0"/>
              <a:t>AD</a:t>
            </a:r>
          </a:p>
        </p:txBody>
      </p:sp>
      <p:sp>
        <p:nvSpPr>
          <p:cNvPr id="35" name="Metin Yer Tutucusu 28">
            <a:extLst>
              <a:ext uri="{FF2B5EF4-FFF2-40B4-BE49-F238E27FC236}">
                <a16:creationId xmlns:a16="http://schemas.microsoft.com/office/drawing/2014/main" id="{C2A50E85-EEA7-44BE-9C60-F2F8E34A5D3A}"/>
              </a:ext>
            </a:extLst>
          </p:cNvPr>
          <p:cNvSpPr>
            <a:spLocks noGrp="1"/>
          </p:cNvSpPr>
          <p:nvPr>
            <p:ph type="body" sz="quarter" idx="34" hasCustomPrompt="1"/>
          </p:nvPr>
        </p:nvSpPr>
        <p:spPr>
          <a:xfrm>
            <a:off x="7766049" y="5504688"/>
            <a:ext cx="1828800" cy="265176"/>
          </a:xfrm>
        </p:spPr>
        <p:txBody>
          <a:bodyPr lIns="0" tIns="0" rIns="0" bIns="0" rtlCol="0">
            <a:noAutofit/>
          </a:bodyPr>
          <a:lstStyle>
            <a:lvl1pPr marL="0" indent="0" algn="ctr">
              <a:lnSpc>
                <a:spcPct val="100000"/>
              </a:lnSpc>
              <a:spcBef>
                <a:spcPts val="0"/>
              </a:spcBef>
              <a:buNone/>
              <a:defRPr sz="1000" b="0" spc="20" baseline="0">
                <a:solidFill>
                  <a:schemeClr val="tx1"/>
                </a:solidFill>
              </a:defRPr>
            </a:lvl1pPr>
          </a:lstStyle>
          <a:p>
            <a:pPr lvl="0" rtl="0"/>
            <a:r>
              <a:rPr lang="tr-TR" noProof="0"/>
              <a:t>Başlık</a:t>
            </a:r>
          </a:p>
        </p:txBody>
      </p:sp>
      <p:sp>
        <p:nvSpPr>
          <p:cNvPr id="36" name="Metin Yer Tutucusu 28">
            <a:extLst>
              <a:ext uri="{FF2B5EF4-FFF2-40B4-BE49-F238E27FC236}">
                <a16:creationId xmlns:a16="http://schemas.microsoft.com/office/drawing/2014/main" id="{786FCB93-7EDA-432A-9123-7F027D3530E7}"/>
              </a:ext>
            </a:extLst>
          </p:cNvPr>
          <p:cNvSpPr>
            <a:spLocks noGrp="1"/>
          </p:cNvSpPr>
          <p:nvPr>
            <p:ph type="body" sz="quarter" idx="35" hasCustomPrompt="1"/>
          </p:nvPr>
        </p:nvSpPr>
        <p:spPr>
          <a:xfrm>
            <a:off x="9963151" y="5175504"/>
            <a:ext cx="1828800" cy="265176"/>
          </a:xfrm>
        </p:spPr>
        <p:txBody>
          <a:bodyPr lIns="0" tIns="0" rIns="0" bIns="0" rtlCol="0" anchor="ctr" anchorCtr="0">
            <a:noAutofit/>
          </a:bodyPr>
          <a:lstStyle>
            <a:lvl1pPr marL="0" indent="0" algn="ctr">
              <a:lnSpc>
                <a:spcPct val="100000"/>
              </a:lnSpc>
              <a:spcBef>
                <a:spcPts val="0"/>
              </a:spcBef>
              <a:buNone/>
              <a:defRPr sz="1200" b="0" spc="20" baseline="0">
                <a:solidFill>
                  <a:schemeClr val="tx1"/>
                </a:solidFill>
                <a:latin typeface="+mj-lt"/>
              </a:defRPr>
            </a:lvl1pPr>
          </a:lstStyle>
          <a:p>
            <a:pPr lvl="0" rtl="0"/>
            <a:r>
              <a:rPr lang="tr-TR" noProof="0"/>
              <a:t>AD</a:t>
            </a:r>
          </a:p>
        </p:txBody>
      </p:sp>
      <p:sp>
        <p:nvSpPr>
          <p:cNvPr id="37" name="Metin Yer Tutucusu 28">
            <a:extLst>
              <a:ext uri="{FF2B5EF4-FFF2-40B4-BE49-F238E27FC236}">
                <a16:creationId xmlns:a16="http://schemas.microsoft.com/office/drawing/2014/main" id="{69394CE7-498A-4E40-A644-3E96C78BBACC}"/>
              </a:ext>
            </a:extLst>
          </p:cNvPr>
          <p:cNvSpPr>
            <a:spLocks noGrp="1"/>
          </p:cNvSpPr>
          <p:nvPr>
            <p:ph type="body" sz="quarter" idx="36" hasCustomPrompt="1"/>
          </p:nvPr>
        </p:nvSpPr>
        <p:spPr>
          <a:xfrm>
            <a:off x="9963150" y="5504688"/>
            <a:ext cx="1828800" cy="265176"/>
          </a:xfrm>
        </p:spPr>
        <p:txBody>
          <a:bodyPr lIns="0" tIns="0" rIns="0" bIns="0" rtlCol="0">
            <a:noAutofit/>
          </a:bodyPr>
          <a:lstStyle>
            <a:lvl1pPr marL="0" indent="0" algn="ctr">
              <a:lnSpc>
                <a:spcPct val="100000"/>
              </a:lnSpc>
              <a:spcBef>
                <a:spcPts val="0"/>
              </a:spcBef>
              <a:buNone/>
              <a:defRPr sz="1000" b="0" spc="20" baseline="0">
                <a:solidFill>
                  <a:schemeClr val="tx1"/>
                </a:solidFill>
              </a:defRPr>
            </a:lvl1pPr>
          </a:lstStyle>
          <a:p>
            <a:pPr lvl="0" rtl="0"/>
            <a:r>
              <a:rPr lang="tr-TR" noProof="0"/>
              <a:t>Başlık</a:t>
            </a:r>
          </a:p>
        </p:txBody>
      </p:sp>
      <p:grpSp>
        <p:nvGrpSpPr>
          <p:cNvPr id="40" name="Sağ Alt">
            <a:extLst>
              <a:ext uri="{FF2B5EF4-FFF2-40B4-BE49-F238E27FC236}">
                <a16:creationId xmlns:a16="http://schemas.microsoft.com/office/drawing/2014/main" id="{7CC44202-D72A-410C-BDF3-D38B44459279}"/>
              </a:ext>
              <a:ext uri="{C183D7F6-B498-43B3-948B-1728B52AA6E4}">
                <adec:decorative xmlns:adec="http://schemas.microsoft.com/office/drawing/2017/decorative" val="1"/>
              </a:ext>
            </a:extLst>
          </p:cNvPr>
          <p:cNvGrpSpPr/>
          <p:nvPr userDrawn="1"/>
        </p:nvGrpSpPr>
        <p:grpSpPr>
          <a:xfrm flipH="1">
            <a:off x="0" y="3284231"/>
            <a:ext cx="3899905" cy="3581399"/>
            <a:chOff x="7980400" y="3276601"/>
            <a:chExt cx="4211600" cy="3581399"/>
          </a:xfrm>
        </p:grpSpPr>
        <p:grpSp>
          <p:nvGrpSpPr>
            <p:cNvPr id="41" name="Grafik 157">
              <a:extLst>
                <a:ext uri="{FF2B5EF4-FFF2-40B4-BE49-F238E27FC236}">
                  <a16:creationId xmlns:a16="http://schemas.microsoft.com/office/drawing/2014/main" id="{7256F1E1-6B3C-4A7D-A2DA-E78B8167AEFC}"/>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43" name="Serbest Biçim: Şekil 24">
                <a:extLst>
                  <a:ext uri="{FF2B5EF4-FFF2-40B4-BE49-F238E27FC236}">
                    <a16:creationId xmlns:a16="http://schemas.microsoft.com/office/drawing/2014/main" id="{CBACE6E7-9D64-4E22-947B-A16BC13A495D}"/>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44" name="Serbest Biçim: Şekil 25">
                <a:extLst>
                  <a:ext uri="{FF2B5EF4-FFF2-40B4-BE49-F238E27FC236}">
                    <a16:creationId xmlns:a16="http://schemas.microsoft.com/office/drawing/2014/main" id="{312E2F0C-7DDA-46C1-8BFC-0CB6610ED2D6}"/>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45" name="Serbest Biçim: Şekil 26">
                <a:extLst>
                  <a:ext uri="{FF2B5EF4-FFF2-40B4-BE49-F238E27FC236}">
                    <a16:creationId xmlns:a16="http://schemas.microsoft.com/office/drawing/2014/main" id="{B00BB558-C9D3-4865-9D7C-68080BD9BC5C}"/>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46" name="Serbest Biçim: Şekil 30">
                <a:extLst>
                  <a:ext uri="{FF2B5EF4-FFF2-40B4-BE49-F238E27FC236}">
                    <a16:creationId xmlns:a16="http://schemas.microsoft.com/office/drawing/2014/main" id="{DE84E9D1-C6BC-4D0F-8E28-452D1A2D6348}"/>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47" name="Serbest Biçim: Şekil 31">
                <a:extLst>
                  <a:ext uri="{FF2B5EF4-FFF2-40B4-BE49-F238E27FC236}">
                    <a16:creationId xmlns:a16="http://schemas.microsoft.com/office/drawing/2014/main" id="{7EBBCCB4-1809-40AD-91F6-39C28759E5E8}"/>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48" name="Serbest Biçim: Şekil 32">
                <a:extLst>
                  <a:ext uri="{FF2B5EF4-FFF2-40B4-BE49-F238E27FC236}">
                    <a16:creationId xmlns:a16="http://schemas.microsoft.com/office/drawing/2014/main" id="{BA3FEF5E-47CD-4172-8DF6-02148A3725E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49" name="Serbest Biçim: Şekil 36">
                <a:extLst>
                  <a:ext uri="{FF2B5EF4-FFF2-40B4-BE49-F238E27FC236}">
                    <a16:creationId xmlns:a16="http://schemas.microsoft.com/office/drawing/2014/main" id="{A0DB2A11-69BA-47A8-83C3-24DC12533D21}"/>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grpSp>
        <p:sp>
          <p:nvSpPr>
            <p:cNvPr id="42" name="Serbest Biçim: Şekil 23">
              <a:extLst>
                <a:ext uri="{FF2B5EF4-FFF2-40B4-BE49-F238E27FC236}">
                  <a16:creationId xmlns:a16="http://schemas.microsoft.com/office/drawing/2014/main" id="{03BB437D-6EF7-4ADF-B47F-C4F3AA64A8EE}"/>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tr-TR" noProof="0"/>
            </a:p>
          </p:txBody>
        </p:sp>
      </p:grpSp>
      <p:sp>
        <p:nvSpPr>
          <p:cNvPr id="3" name="Tarih Yer Tutucusu 2">
            <a:extLst>
              <a:ext uri="{FF2B5EF4-FFF2-40B4-BE49-F238E27FC236}">
                <a16:creationId xmlns:a16="http://schemas.microsoft.com/office/drawing/2014/main" id="{A0C71211-4520-46A1-9487-4AE49C3239EF}"/>
              </a:ext>
            </a:extLst>
          </p:cNvPr>
          <p:cNvSpPr>
            <a:spLocks noGrp="1"/>
          </p:cNvSpPr>
          <p:nvPr>
            <p:ph type="dt" sz="half" idx="10"/>
          </p:nvPr>
        </p:nvSpPr>
        <p:spPr/>
        <p:txBody>
          <a:bodyPr rtlCol="0"/>
          <a:lstStyle/>
          <a:p>
            <a:pPr rtl="0"/>
            <a:r>
              <a:rPr lang="tr-TR" noProof="0"/>
              <a:t>20XX</a:t>
            </a:r>
          </a:p>
        </p:txBody>
      </p:sp>
      <p:sp>
        <p:nvSpPr>
          <p:cNvPr id="4" name="Alt Bilgi Yer Tutucusu 3">
            <a:extLst>
              <a:ext uri="{FF2B5EF4-FFF2-40B4-BE49-F238E27FC236}">
                <a16:creationId xmlns:a16="http://schemas.microsoft.com/office/drawing/2014/main" id="{96356206-85FD-45F5-A1F7-128DB34C860F}"/>
              </a:ext>
            </a:extLst>
          </p:cNvPr>
          <p:cNvSpPr>
            <a:spLocks noGrp="1"/>
          </p:cNvSpPr>
          <p:nvPr>
            <p:ph type="ftr" sz="quarter" idx="11"/>
          </p:nvPr>
        </p:nvSpPr>
        <p:spPr/>
        <p:txBody>
          <a:bodyPr rtlCol="0"/>
          <a:lstStyle/>
          <a:p>
            <a:pPr rtl="0"/>
            <a:r>
              <a:rPr lang="tr-TR" noProof="0"/>
              <a:t>Sunu başlığı</a:t>
            </a:r>
          </a:p>
        </p:txBody>
      </p:sp>
      <p:sp>
        <p:nvSpPr>
          <p:cNvPr id="5" name="Slayt Numarası Yer Tutucusu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spTree>
    <p:extLst>
      <p:ext uri="{BB962C8B-B14F-4D97-AF65-F5344CB8AC3E}">
        <p14:creationId xmlns:p14="http://schemas.microsoft.com/office/powerpoint/2010/main" val="1161659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Ürün Lansman Plan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B5ED18-7A07-47F1-8056-CD86B076AFE2}"/>
              </a:ext>
            </a:extLst>
          </p:cNvPr>
          <p:cNvSpPr>
            <a:spLocks noGrp="1"/>
          </p:cNvSpPr>
          <p:nvPr>
            <p:ph type="title"/>
          </p:nvPr>
        </p:nvSpPr>
        <p:spPr>
          <a:xfrm>
            <a:off x="841248" y="381000"/>
            <a:ext cx="10972800" cy="1325563"/>
          </a:xfrm>
        </p:spPr>
        <p:txBody>
          <a:bodyPr rtlCol="0">
            <a:normAutofit/>
          </a:bodyPr>
          <a:lstStyle>
            <a:lvl1pPr>
              <a:defRPr sz="3000"/>
            </a:lvl1pPr>
          </a:lstStyle>
          <a:p>
            <a:pPr rtl="0"/>
            <a:r>
              <a:rPr lang="tr-TR" noProof="0"/>
              <a:t>Asıl başlık stilini düzenlemek için tıklayın</a:t>
            </a:r>
          </a:p>
        </p:txBody>
      </p:sp>
      <p:grpSp>
        <p:nvGrpSpPr>
          <p:cNvPr id="6" name="Sağ Alt">
            <a:extLst>
              <a:ext uri="{FF2B5EF4-FFF2-40B4-BE49-F238E27FC236}">
                <a16:creationId xmlns:a16="http://schemas.microsoft.com/office/drawing/2014/main" id="{3F4EA131-028B-4E70-968A-F18FD27D3639}"/>
              </a:ext>
              <a:ext uri="{C183D7F6-B498-43B3-948B-1728B52AA6E4}">
                <adec:decorative xmlns:adec="http://schemas.microsoft.com/office/drawing/2017/decorative" val="1"/>
              </a:ext>
            </a:extLst>
          </p:cNvPr>
          <p:cNvGrpSpPr/>
          <p:nvPr userDrawn="1"/>
        </p:nvGrpSpPr>
        <p:grpSpPr>
          <a:xfrm>
            <a:off x="7993448" y="3278144"/>
            <a:ext cx="4211600" cy="3581399"/>
            <a:chOff x="7980400" y="3276601"/>
            <a:chExt cx="4211600" cy="3581399"/>
          </a:xfrm>
        </p:grpSpPr>
        <p:grpSp>
          <p:nvGrpSpPr>
            <p:cNvPr id="7" name="Grafik 157">
              <a:extLst>
                <a:ext uri="{FF2B5EF4-FFF2-40B4-BE49-F238E27FC236}">
                  <a16:creationId xmlns:a16="http://schemas.microsoft.com/office/drawing/2014/main" id="{35B6ADC5-2993-4C95-8FC0-E843BACAED1C}"/>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9" name="Serbest Biçim: Şekil 24">
                <a:extLst>
                  <a:ext uri="{FF2B5EF4-FFF2-40B4-BE49-F238E27FC236}">
                    <a16:creationId xmlns:a16="http://schemas.microsoft.com/office/drawing/2014/main" id="{174FA252-C254-4DAB-A71B-2263B4B5F97A}"/>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0" name="Serbest Biçim: Şekil 25">
                <a:extLst>
                  <a:ext uri="{FF2B5EF4-FFF2-40B4-BE49-F238E27FC236}">
                    <a16:creationId xmlns:a16="http://schemas.microsoft.com/office/drawing/2014/main" id="{B8C83007-5E21-486E-9DBB-38D4DFA65B88}"/>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1" name="Serbest Biçim: Şekil 26">
                <a:extLst>
                  <a:ext uri="{FF2B5EF4-FFF2-40B4-BE49-F238E27FC236}">
                    <a16:creationId xmlns:a16="http://schemas.microsoft.com/office/drawing/2014/main" id="{1CA85DBE-60A4-4A34-A031-ED1979A4BEA5}"/>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2" name="Serbest Biçim: Şekil 30">
                <a:extLst>
                  <a:ext uri="{FF2B5EF4-FFF2-40B4-BE49-F238E27FC236}">
                    <a16:creationId xmlns:a16="http://schemas.microsoft.com/office/drawing/2014/main" id="{4438E01A-3963-4B12-94A1-C68FBA48D5EB}"/>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3" name="Serbest Biçim: Şekil 31">
                <a:extLst>
                  <a:ext uri="{FF2B5EF4-FFF2-40B4-BE49-F238E27FC236}">
                    <a16:creationId xmlns:a16="http://schemas.microsoft.com/office/drawing/2014/main" id="{0EDE04B1-4206-4F98-AD4E-C7F4E612668C}"/>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4" name="Serbest Biçim: Şekil 32">
                <a:extLst>
                  <a:ext uri="{FF2B5EF4-FFF2-40B4-BE49-F238E27FC236}">
                    <a16:creationId xmlns:a16="http://schemas.microsoft.com/office/drawing/2014/main" id="{13D5B5F8-89AD-4F43-BD6E-2066CC4A4866}"/>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5" name="Serbest Biçim: Şekil 36">
                <a:extLst>
                  <a:ext uri="{FF2B5EF4-FFF2-40B4-BE49-F238E27FC236}">
                    <a16:creationId xmlns:a16="http://schemas.microsoft.com/office/drawing/2014/main" id="{3F74D39B-7972-40FC-B9BA-41B1C9C31C4C}"/>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grpSp>
        <p:sp>
          <p:nvSpPr>
            <p:cNvPr id="8" name="Serbest Biçim: Şekil 23">
              <a:extLst>
                <a:ext uri="{FF2B5EF4-FFF2-40B4-BE49-F238E27FC236}">
                  <a16:creationId xmlns:a16="http://schemas.microsoft.com/office/drawing/2014/main" id="{85043687-D36C-4351-BB73-5FD8143B1937}"/>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tr-TR" noProof="0"/>
            </a:p>
          </p:txBody>
        </p:sp>
      </p:grpSp>
      <p:sp>
        <p:nvSpPr>
          <p:cNvPr id="17" name="Dikdörtgen 16">
            <a:extLst>
              <a:ext uri="{FF2B5EF4-FFF2-40B4-BE49-F238E27FC236}">
                <a16:creationId xmlns:a16="http://schemas.microsoft.com/office/drawing/2014/main" id="{DCE235D5-C9A4-4BE8-BA73-CB43044C0191}"/>
              </a:ext>
              <a:ext uri="{C183D7F6-B498-43B3-948B-1728B52AA6E4}">
                <adec:decorative xmlns:adec="http://schemas.microsoft.com/office/drawing/2017/decorative" val="1"/>
              </a:ext>
            </a:extLst>
          </p:cNvPr>
          <p:cNvSpPr/>
          <p:nvPr userDrawn="1"/>
        </p:nvSpPr>
        <p:spPr>
          <a:xfrm>
            <a:off x="838200" y="2124766"/>
            <a:ext cx="1828800" cy="2743200"/>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
        <p:nvSpPr>
          <p:cNvPr id="19" name="Dikdörtgen 18">
            <a:extLst>
              <a:ext uri="{FF2B5EF4-FFF2-40B4-BE49-F238E27FC236}">
                <a16:creationId xmlns:a16="http://schemas.microsoft.com/office/drawing/2014/main" id="{3FE335D8-9532-4971-B398-4A92330E0E3F}"/>
              </a:ext>
              <a:ext uri="{C183D7F6-B498-43B3-948B-1728B52AA6E4}">
                <adec:decorative xmlns:adec="http://schemas.microsoft.com/office/drawing/2017/decorative" val="1"/>
              </a:ext>
            </a:extLst>
          </p:cNvPr>
          <p:cNvSpPr/>
          <p:nvPr userDrawn="1"/>
        </p:nvSpPr>
        <p:spPr>
          <a:xfrm>
            <a:off x="3008521" y="2120360"/>
            <a:ext cx="1828800" cy="27432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
        <p:nvSpPr>
          <p:cNvPr id="21" name="Dikdörtgen 20">
            <a:extLst>
              <a:ext uri="{FF2B5EF4-FFF2-40B4-BE49-F238E27FC236}">
                <a16:creationId xmlns:a16="http://schemas.microsoft.com/office/drawing/2014/main" id="{0D1A1F96-B917-4C7C-AC49-6F5A63D2D228}"/>
              </a:ext>
              <a:ext uri="{C183D7F6-B498-43B3-948B-1728B52AA6E4}">
                <adec:decorative xmlns:adec="http://schemas.microsoft.com/office/drawing/2017/decorative" val="1"/>
              </a:ext>
            </a:extLst>
          </p:cNvPr>
          <p:cNvSpPr/>
          <p:nvPr userDrawn="1"/>
        </p:nvSpPr>
        <p:spPr>
          <a:xfrm>
            <a:off x="5178842" y="2115954"/>
            <a:ext cx="1828800" cy="2743200"/>
          </a:xfrm>
          <a:prstGeom prst="rect">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
        <p:nvSpPr>
          <p:cNvPr id="23" name="Dikdörtgen 22">
            <a:extLst>
              <a:ext uri="{FF2B5EF4-FFF2-40B4-BE49-F238E27FC236}">
                <a16:creationId xmlns:a16="http://schemas.microsoft.com/office/drawing/2014/main" id="{1092F025-DDF7-4E7F-8D91-219F785DC6E3}"/>
              </a:ext>
              <a:ext uri="{C183D7F6-B498-43B3-948B-1728B52AA6E4}">
                <adec:decorative xmlns:adec="http://schemas.microsoft.com/office/drawing/2017/decorative" val="1"/>
              </a:ext>
            </a:extLst>
          </p:cNvPr>
          <p:cNvSpPr/>
          <p:nvPr userDrawn="1"/>
        </p:nvSpPr>
        <p:spPr>
          <a:xfrm>
            <a:off x="7349163" y="2111548"/>
            <a:ext cx="1828800" cy="2743200"/>
          </a:xfrm>
          <a:prstGeom prst="rect">
            <a:avLst/>
          </a:prstGeom>
          <a:no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
        <p:nvSpPr>
          <p:cNvPr id="25" name="Dikdörtgen 24">
            <a:extLst>
              <a:ext uri="{FF2B5EF4-FFF2-40B4-BE49-F238E27FC236}">
                <a16:creationId xmlns:a16="http://schemas.microsoft.com/office/drawing/2014/main" id="{AE61C09E-D15F-45A5-B238-7BCA8F433045}"/>
              </a:ext>
              <a:ext uri="{C183D7F6-B498-43B3-948B-1728B52AA6E4}">
                <adec:decorative xmlns:adec="http://schemas.microsoft.com/office/drawing/2017/decorative" val="1"/>
              </a:ext>
            </a:extLst>
          </p:cNvPr>
          <p:cNvSpPr/>
          <p:nvPr userDrawn="1"/>
        </p:nvSpPr>
        <p:spPr>
          <a:xfrm>
            <a:off x="9519484" y="2129173"/>
            <a:ext cx="1828800" cy="2743200"/>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
        <p:nvSpPr>
          <p:cNvPr id="30" name="Çevrimiçi Resim Yer Tutucusu 28">
            <a:extLst>
              <a:ext uri="{FF2B5EF4-FFF2-40B4-BE49-F238E27FC236}">
                <a16:creationId xmlns:a16="http://schemas.microsoft.com/office/drawing/2014/main" id="{4C52CFE3-834C-47CD-B83D-EE3E9BDF7EB0}"/>
              </a:ext>
            </a:extLst>
          </p:cNvPr>
          <p:cNvSpPr>
            <a:spLocks noGrp="1"/>
          </p:cNvSpPr>
          <p:nvPr>
            <p:ph type="clipArt" sz="quarter" idx="14" hasCustomPrompt="1"/>
          </p:nvPr>
        </p:nvSpPr>
        <p:spPr>
          <a:xfrm>
            <a:off x="1408176" y="2423160"/>
            <a:ext cx="685800" cy="685800"/>
          </a:xfrm>
        </p:spPr>
        <p:txBody>
          <a:bodyPr rtlCol="0">
            <a:normAutofit/>
          </a:bodyPr>
          <a:lstStyle>
            <a:lvl1pPr>
              <a:defRPr sz="1000"/>
            </a:lvl1pPr>
          </a:lstStyle>
          <a:p>
            <a:pPr rtl="0"/>
            <a:r>
              <a:rPr lang="tr-TR" noProof="0"/>
              <a:t>Simge</a:t>
            </a:r>
          </a:p>
        </p:txBody>
      </p:sp>
      <p:sp>
        <p:nvSpPr>
          <p:cNvPr id="35" name="Metin Yer Tutucusu 34">
            <a:extLst>
              <a:ext uri="{FF2B5EF4-FFF2-40B4-BE49-F238E27FC236}">
                <a16:creationId xmlns:a16="http://schemas.microsoft.com/office/drawing/2014/main" id="{1982BCC9-60AF-46F4-9F98-66B6A4EECD88}"/>
              </a:ext>
            </a:extLst>
          </p:cNvPr>
          <p:cNvSpPr>
            <a:spLocks noGrp="1"/>
          </p:cNvSpPr>
          <p:nvPr>
            <p:ph type="body" sz="quarter" idx="18" hasCustomPrompt="1"/>
          </p:nvPr>
        </p:nvSpPr>
        <p:spPr>
          <a:xfrm>
            <a:off x="932688" y="3364992"/>
            <a:ext cx="1645920" cy="310896"/>
          </a:xfrm>
        </p:spPr>
        <p:txBody>
          <a:bodyPr rtlCol="0">
            <a:noAutofit/>
          </a:bodyPr>
          <a:lstStyle>
            <a:lvl1pPr marL="0" indent="0" algn="ctr">
              <a:buNone/>
              <a:defRPr sz="1400" b="1">
                <a:solidFill>
                  <a:schemeClr val="tx2"/>
                </a:solidFill>
                <a:latin typeface="+mj-lt"/>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rtl="0"/>
            <a:r>
              <a:rPr lang="tr-TR" noProof="0"/>
              <a:t>BAŞLIK EKLEMEK İÇİN TIKLAYIN</a:t>
            </a:r>
          </a:p>
        </p:txBody>
      </p:sp>
      <p:sp>
        <p:nvSpPr>
          <p:cNvPr id="37" name="Metin Yer Tutucusu 36">
            <a:extLst>
              <a:ext uri="{FF2B5EF4-FFF2-40B4-BE49-F238E27FC236}">
                <a16:creationId xmlns:a16="http://schemas.microsoft.com/office/drawing/2014/main" id="{9F8538CE-C709-4E03-BEA0-595C4832887D}"/>
              </a:ext>
            </a:extLst>
          </p:cNvPr>
          <p:cNvSpPr>
            <a:spLocks noGrp="1"/>
          </p:cNvSpPr>
          <p:nvPr>
            <p:ph type="body" sz="quarter" idx="19" hasCustomPrompt="1"/>
          </p:nvPr>
        </p:nvSpPr>
        <p:spPr>
          <a:xfrm>
            <a:off x="933450" y="3721516"/>
            <a:ext cx="1645920" cy="832104"/>
          </a:xfrm>
        </p:spPr>
        <p:txBody>
          <a:bodyPr rtlCol="0">
            <a:normAutofit/>
          </a:bodyPr>
          <a:lstStyle>
            <a:lvl1pPr marL="0" indent="0" algn="ctr">
              <a:lnSpc>
                <a:spcPct val="100000"/>
              </a:lnSpc>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rtl="0"/>
            <a:r>
              <a:rPr lang="tr-TR" noProof="0"/>
              <a:t>Metin eklemek için tıklayın</a:t>
            </a:r>
          </a:p>
        </p:txBody>
      </p:sp>
      <p:sp>
        <p:nvSpPr>
          <p:cNvPr id="29" name="Çevrimiçi Resim Yer Tutucusu 28">
            <a:extLst>
              <a:ext uri="{FF2B5EF4-FFF2-40B4-BE49-F238E27FC236}">
                <a16:creationId xmlns:a16="http://schemas.microsoft.com/office/drawing/2014/main" id="{DBF1F06A-E008-4A1F-B15D-8B17A96843C4}"/>
              </a:ext>
            </a:extLst>
          </p:cNvPr>
          <p:cNvSpPr>
            <a:spLocks noGrp="1"/>
          </p:cNvSpPr>
          <p:nvPr>
            <p:ph type="clipArt" sz="quarter" idx="13" hasCustomPrompt="1"/>
          </p:nvPr>
        </p:nvSpPr>
        <p:spPr>
          <a:xfrm>
            <a:off x="3584448" y="2423160"/>
            <a:ext cx="685800" cy="685800"/>
          </a:xfrm>
        </p:spPr>
        <p:txBody>
          <a:bodyPr rtlCol="0">
            <a:normAutofit/>
          </a:bodyPr>
          <a:lstStyle>
            <a:lvl1pPr>
              <a:defRPr sz="1000"/>
            </a:lvl1pPr>
          </a:lstStyle>
          <a:p>
            <a:pPr rtl="0"/>
            <a:r>
              <a:rPr lang="tr-TR" noProof="0"/>
              <a:t>Simge</a:t>
            </a:r>
          </a:p>
        </p:txBody>
      </p:sp>
      <p:sp>
        <p:nvSpPr>
          <p:cNvPr id="38" name="Metin Yer Tutucusu 34">
            <a:extLst>
              <a:ext uri="{FF2B5EF4-FFF2-40B4-BE49-F238E27FC236}">
                <a16:creationId xmlns:a16="http://schemas.microsoft.com/office/drawing/2014/main" id="{22E02583-A68C-461F-A7EA-CCB799FF8CE4}"/>
              </a:ext>
            </a:extLst>
          </p:cNvPr>
          <p:cNvSpPr>
            <a:spLocks noGrp="1"/>
          </p:cNvSpPr>
          <p:nvPr>
            <p:ph type="body" sz="quarter" idx="20" hasCustomPrompt="1"/>
          </p:nvPr>
        </p:nvSpPr>
        <p:spPr>
          <a:xfrm>
            <a:off x="3099816" y="3355848"/>
            <a:ext cx="1645920" cy="310896"/>
          </a:xfrm>
        </p:spPr>
        <p:txBody>
          <a:bodyPr rtlCol="0">
            <a:noAutofit/>
          </a:bodyPr>
          <a:lstStyle>
            <a:lvl1pPr marL="0" indent="0" algn="ctr">
              <a:buNone/>
              <a:defRPr sz="1400" b="1">
                <a:solidFill>
                  <a:schemeClr val="accent1"/>
                </a:solidFill>
                <a:latin typeface="+mj-lt"/>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rtl="0"/>
            <a:r>
              <a:rPr lang="tr-TR" noProof="0"/>
              <a:t>BAŞLIK EKLEMEK İÇİN TIKLAYIN</a:t>
            </a:r>
          </a:p>
        </p:txBody>
      </p:sp>
      <p:sp>
        <p:nvSpPr>
          <p:cNvPr id="39" name="Metin Yer Tutucusu 36">
            <a:extLst>
              <a:ext uri="{FF2B5EF4-FFF2-40B4-BE49-F238E27FC236}">
                <a16:creationId xmlns:a16="http://schemas.microsoft.com/office/drawing/2014/main" id="{28AFEAEF-5DBC-4899-A91D-67ACF62EE8EE}"/>
              </a:ext>
            </a:extLst>
          </p:cNvPr>
          <p:cNvSpPr>
            <a:spLocks noGrp="1"/>
          </p:cNvSpPr>
          <p:nvPr>
            <p:ph type="body" sz="quarter" idx="21" hasCustomPrompt="1"/>
          </p:nvPr>
        </p:nvSpPr>
        <p:spPr>
          <a:xfrm>
            <a:off x="3099816" y="3721516"/>
            <a:ext cx="1645920" cy="832104"/>
          </a:xfrm>
        </p:spPr>
        <p:txBody>
          <a:bodyPr rtlCol="0">
            <a:normAutofit/>
          </a:bodyPr>
          <a:lstStyle>
            <a:lvl1pPr marL="0" indent="0" algn="ctr">
              <a:lnSpc>
                <a:spcPct val="100000"/>
              </a:lnSpc>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rtl="0"/>
            <a:r>
              <a:rPr lang="tr-TR" noProof="0"/>
              <a:t>Metin eklemek için tıklayın</a:t>
            </a:r>
          </a:p>
        </p:txBody>
      </p:sp>
      <p:sp>
        <p:nvSpPr>
          <p:cNvPr id="31" name="Çevrimiçi Resim Yer Tutucusu 28">
            <a:extLst>
              <a:ext uri="{FF2B5EF4-FFF2-40B4-BE49-F238E27FC236}">
                <a16:creationId xmlns:a16="http://schemas.microsoft.com/office/drawing/2014/main" id="{4E80734C-00E1-4859-9CBC-72F685ED3ECA}"/>
              </a:ext>
            </a:extLst>
          </p:cNvPr>
          <p:cNvSpPr>
            <a:spLocks noGrp="1"/>
          </p:cNvSpPr>
          <p:nvPr>
            <p:ph type="clipArt" sz="quarter" idx="15" hasCustomPrompt="1"/>
          </p:nvPr>
        </p:nvSpPr>
        <p:spPr>
          <a:xfrm>
            <a:off x="5751576" y="2423160"/>
            <a:ext cx="685800" cy="685800"/>
          </a:xfrm>
        </p:spPr>
        <p:txBody>
          <a:bodyPr rtlCol="0">
            <a:normAutofit/>
          </a:bodyPr>
          <a:lstStyle>
            <a:lvl1pPr>
              <a:defRPr sz="1000"/>
            </a:lvl1pPr>
          </a:lstStyle>
          <a:p>
            <a:pPr rtl="0"/>
            <a:r>
              <a:rPr lang="tr-TR" noProof="0"/>
              <a:t>Simge</a:t>
            </a:r>
          </a:p>
        </p:txBody>
      </p:sp>
      <p:sp>
        <p:nvSpPr>
          <p:cNvPr id="40" name="Metin Yer Tutucusu 34">
            <a:extLst>
              <a:ext uri="{FF2B5EF4-FFF2-40B4-BE49-F238E27FC236}">
                <a16:creationId xmlns:a16="http://schemas.microsoft.com/office/drawing/2014/main" id="{2BCDF99A-2A2D-450C-A2EC-855BF8CF3461}"/>
              </a:ext>
            </a:extLst>
          </p:cNvPr>
          <p:cNvSpPr>
            <a:spLocks noGrp="1"/>
          </p:cNvSpPr>
          <p:nvPr>
            <p:ph type="body" sz="quarter" idx="22" hasCustomPrompt="1"/>
          </p:nvPr>
        </p:nvSpPr>
        <p:spPr>
          <a:xfrm>
            <a:off x="5266944" y="3355848"/>
            <a:ext cx="1645920" cy="310896"/>
          </a:xfrm>
        </p:spPr>
        <p:txBody>
          <a:bodyPr rtlCol="0">
            <a:noAutofit/>
          </a:bodyPr>
          <a:lstStyle>
            <a:lvl1pPr marL="0" indent="0" algn="ctr">
              <a:buNone/>
              <a:defRPr sz="1400" b="1">
                <a:solidFill>
                  <a:schemeClr val="accent4">
                    <a:lumMod val="75000"/>
                  </a:schemeClr>
                </a:solidFill>
                <a:latin typeface="+mj-lt"/>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rtl="0"/>
            <a:r>
              <a:rPr lang="tr-TR" noProof="0"/>
              <a:t>BAŞLIK EKLEMEK İÇİN TIKLAYIN</a:t>
            </a:r>
          </a:p>
        </p:txBody>
      </p:sp>
      <p:sp>
        <p:nvSpPr>
          <p:cNvPr id="41" name="Metin Yer Tutucusu 36">
            <a:extLst>
              <a:ext uri="{FF2B5EF4-FFF2-40B4-BE49-F238E27FC236}">
                <a16:creationId xmlns:a16="http://schemas.microsoft.com/office/drawing/2014/main" id="{F9B9826B-7B62-4748-A213-35BC39ABA1B0}"/>
              </a:ext>
            </a:extLst>
          </p:cNvPr>
          <p:cNvSpPr>
            <a:spLocks noGrp="1"/>
          </p:cNvSpPr>
          <p:nvPr>
            <p:ph type="body" sz="quarter" idx="23" hasCustomPrompt="1"/>
          </p:nvPr>
        </p:nvSpPr>
        <p:spPr>
          <a:xfrm>
            <a:off x="5266944" y="3721516"/>
            <a:ext cx="1645920" cy="832104"/>
          </a:xfrm>
        </p:spPr>
        <p:txBody>
          <a:bodyPr rtlCol="0">
            <a:normAutofit/>
          </a:bodyPr>
          <a:lstStyle>
            <a:lvl1pPr marL="0" indent="0" algn="ctr">
              <a:lnSpc>
                <a:spcPct val="100000"/>
              </a:lnSpc>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rtl="0"/>
            <a:r>
              <a:rPr lang="tr-TR" noProof="0"/>
              <a:t>Metin eklemek için tıklayın</a:t>
            </a:r>
          </a:p>
        </p:txBody>
      </p:sp>
      <p:sp>
        <p:nvSpPr>
          <p:cNvPr id="32" name="Çevrimiçi Resim Yer Tutucusu 28">
            <a:extLst>
              <a:ext uri="{FF2B5EF4-FFF2-40B4-BE49-F238E27FC236}">
                <a16:creationId xmlns:a16="http://schemas.microsoft.com/office/drawing/2014/main" id="{A4C3FC1B-B692-43CB-A148-E1C8F5215715}"/>
              </a:ext>
            </a:extLst>
          </p:cNvPr>
          <p:cNvSpPr>
            <a:spLocks noGrp="1"/>
          </p:cNvSpPr>
          <p:nvPr>
            <p:ph type="clipArt" sz="quarter" idx="16" hasCustomPrompt="1"/>
          </p:nvPr>
        </p:nvSpPr>
        <p:spPr>
          <a:xfrm>
            <a:off x="7964424" y="2459736"/>
            <a:ext cx="685800" cy="685800"/>
          </a:xfrm>
        </p:spPr>
        <p:txBody>
          <a:bodyPr rtlCol="0">
            <a:normAutofit/>
          </a:bodyPr>
          <a:lstStyle>
            <a:lvl1pPr>
              <a:defRPr sz="1000"/>
            </a:lvl1pPr>
          </a:lstStyle>
          <a:p>
            <a:pPr rtl="0"/>
            <a:r>
              <a:rPr lang="tr-TR" noProof="0"/>
              <a:t>Simge</a:t>
            </a:r>
          </a:p>
        </p:txBody>
      </p:sp>
      <p:sp>
        <p:nvSpPr>
          <p:cNvPr id="42" name="Metin Yer Tutucusu 34">
            <a:extLst>
              <a:ext uri="{FF2B5EF4-FFF2-40B4-BE49-F238E27FC236}">
                <a16:creationId xmlns:a16="http://schemas.microsoft.com/office/drawing/2014/main" id="{6F67F147-F73B-41A8-BDE9-C0362A2496D1}"/>
              </a:ext>
            </a:extLst>
          </p:cNvPr>
          <p:cNvSpPr>
            <a:spLocks noGrp="1"/>
          </p:cNvSpPr>
          <p:nvPr>
            <p:ph type="body" sz="quarter" idx="24" hasCustomPrompt="1"/>
          </p:nvPr>
        </p:nvSpPr>
        <p:spPr>
          <a:xfrm>
            <a:off x="7443216" y="3355848"/>
            <a:ext cx="1645920" cy="310896"/>
          </a:xfrm>
        </p:spPr>
        <p:txBody>
          <a:bodyPr rtlCol="0">
            <a:noAutofit/>
          </a:bodyPr>
          <a:lstStyle>
            <a:lvl1pPr marL="0" indent="0" algn="ctr">
              <a:buNone/>
              <a:defRPr sz="1400" b="1">
                <a:solidFill>
                  <a:schemeClr val="accent3">
                    <a:lumMod val="75000"/>
                  </a:schemeClr>
                </a:solidFill>
                <a:latin typeface="+mj-lt"/>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rtl="0"/>
            <a:r>
              <a:rPr lang="tr-TR" noProof="0"/>
              <a:t>BAŞLIK EKLEMEK İÇİN TIKLAYIN</a:t>
            </a:r>
          </a:p>
        </p:txBody>
      </p:sp>
      <p:sp>
        <p:nvSpPr>
          <p:cNvPr id="43" name="Metin Yer Tutucusu 36">
            <a:extLst>
              <a:ext uri="{FF2B5EF4-FFF2-40B4-BE49-F238E27FC236}">
                <a16:creationId xmlns:a16="http://schemas.microsoft.com/office/drawing/2014/main" id="{05CCB676-6291-4B66-8B0C-D2807FFDC06A}"/>
              </a:ext>
            </a:extLst>
          </p:cNvPr>
          <p:cNvSpPr>
            <a:spLocks noGrp="1"/>
          </p:cNvSpPr>
          <p:nvPr>
            <p:ph type="body" sz="quarter" idx="25" hasCustomPrompt="1"/>
          </p:nvPr>
        </p:nvSpPr>
        <p:spPr>
          <a:xfrm>
            <a:off x="7443216" y="3721516"/>
            <a:ext cx="1645920" cy="832104"/>
          </a:xfrm>
        </p:spPr>
        <p:txBody>
          <a:bodyPr rtlCol="0">
            <a:normAutofit/>
          </a:bodyPr>
          <a:lstStyle>
            <a:lvl1pPr marL="0" indent="0" algn="ctr">
              <a:lnSpc>
                <a:spcPct val="100000"/>
              </a:lnSpc>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rtl="0"/>
            <a:r>
              <a:rPr lang="tr-TR" noProof="0"/>
              <a:t>Metin eklemek için tıklayın</a:t>
            </a:r>
          </a:p>
        </p:txBody>
      </p:sp>
      <p:sp>
        <p:nvSpPr>
          <p:cNvPr id="33" name="Çevrimiçi Resim Yer Tutucusu 28">
            <a:extLst>
              <a:ext uri="{FF2B5EF4-FFF2-40B4-BE49-F238E27FC236}">
                <a16:creationId xmlns:a16="http://schemas.microsoft.com/office/drawing/2014/main" id="{FE385F6E-CA59-470E-B2EE-A9275BD02513}"/>
              </a:ext>
            </a:extLst>
          </p:cNvPr>
          <p:cNvSpPr>
            <a:spLocks noGrp="1"/>
          </p:cNvSpPr>
          <p:nvPr>
            <p:ph type="clipArt" sz="quarter" idx="17" hasCustomPrompt="1"/>
          </p:nvPr>
        </p:nvSpPr>
        <p:spPr>
          <a:xfrm>
            <a:off x="10085832" y="2459736"/>
            <a:ext cx="685800" cy="685800"/>
          </a:xfrm>
        </p:spPr>
        <p:txBody>
          <a:bodyPr rtlCol="0">
            <a:normAutofit/>
          </a:bodyPr>
          <a:lstStyle>
            <a:lvl1pPr>
              <a:defRPr sz="1000"/>
            </a:lvl1pPr>
          </a:lstStyle>
          <a:p>
            <a:pPr rtl="0"/>
            <a:r>
              <a:rPr lang="tr-TR" noProof="0"/>
              <a:t>Simge</a:t>
            </a:r>
          </a:p>
        </p:txBody>
      </p:sp>
      <p:sp>
        <p:nvSpPr>
          <p:cNvPr id="44" name="Metin Yer Tutucusu 34">
            <a:extLst>
              <a:ext uri="{FF2B5EF4-FFF2-40B4-BE49-F238E27FC236}">
                <a16:creationId xmlns:a16="http://schemas.microsoft.com/office/drawing/2014/main" id="{ED597C6A-309C-4388-AD51-3CA4C7D32298}"/>
              </a:ext>
            </a:extLst>
          </p:cNvPr>
          <p:cNvSpPr>
            <a:spLocks noGrp="1"/>
          </p:cNvSpPr>
          <p:nvPr>
            <p:ph type="body" sz="quarter" idx="26" hasCustomPrompt="1"/>
          </p:nvPr>
        </p:nvSpPr>
        <p:spPr>
          <a:xfrm>
            <a:off x="9610344" y="3359348"/>
            <a:ext cx="1645920" cy="310896"/>
          </a:xfrm>
        </p:spPr>
        <p:txBody>
          <a:bodyPr rtlCol="0">
            <a:noAutofit/>
          </a:bodyPr>
          <a:lstStyle>
            <a:lvl1pPr marL="0" indent="0" algn="ctr">
              <a:buNone/>
              <a:defRPr sz="1400" b="1">
                <a:solidFill>
                  <a:schemeClr val="accent6"/>
                </a:solidFill>
                <a:latin typeface="+mj-lt"/>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rtl="0"/>
            <a:r>
              <a:rPr lang="tr-TR" noProof="0"/>
              <a:t>BAŞLIK EKLEMEK İÇİN TIKLAYIN</a:t>
            </a:r>
          </a:p>
        </p:txBody>
      </p:sp>
      <p:sp>
        <p:nvSpPr>
          <p:cNvPr id="45" name="Metin Yer Tutucusu 36">
            <a:extLst>
              <a:ext uri="{FF2B5EF4-FFF2-40B4-BE49-F238E27FC236}">
                <a16:creationId xmlns:a16="http://schemas.microsoft.com/office/drawing/2014/main" id="{4FAEDD7A-7EFF-4683-B485-0E7C891E8465}"/>
              </a:ext>
            </a:extLst>
          </p:cNvPr>
          <p:cNvSpPr>
            <a:spLocks noGrp="1"/>
          </p:cNvSpPr>
          <p:nvPr>
            <p:ph type="body" sz="quarter" idx="27" hasCustomPrompt="1"/>
          </p:nvPr>
        </p:nvSpPr>
        <p:spPr>
          <a:xfrm>
            <a:off x="9610344" y="3721516"/>
            <a:ext cx="1645920" cy="832104"/>
          </a:xfrm>
        </p:spPr>
        <p:txBody>
          <a:bodyPr rtlCol="0">
            <a:normAutofit/>
          </a:bodyPr>
          <a:lstStyle>
            <a:lvl1pPr marL="0" indent="0" algn="ctr">
              <a:lnSpc>
                <a:spcPct val="100000"/>
              </a:lnSpc>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rtl="0"/>
            <a:r>
              <a:rPr lang="tr-TR" noProof="0"/>
              <a:t>Metin eklemek için tıklayın</a:t>
            </a:r>
          </a:p>
        </p:txBody>
      </p:sp>
      <p:sp>
        <p:nvSpPr>
          <p:cNvPr id="3" name="Tarih Yer Tutucusu 2">
            <a:extLst>
              <a:ext uri="{FF2B5EF4-FFF2-40B4-BE49-F238E27FC236}">
                <a16:creationId xmlns:a16="http://schemas.microsoft.com/office/drawing/2014/main" id="{A0C71211-4520-46A1-9487-4AE49C3239EF}"/>
              </a:ext>
            </a:extLst>
          </p:cNvPr>
          <p:cNvSpPr>
            <a:spLocks noGrp="1"/>
          </p:cNvSpPr>
          <p:nvPr>
            <p:ph type="dt" sz="half" idx="10"/>
          </p:nvPr>
        </p:nvSpPr>
        <p:spPr/>
        <p:txBody>
          <a:bodyPr rtlCol="0"/>
          <a:lstStyle/>
          <a:p>
            <a:pPr rtl="0"/>
            <a:r>
              <a:rPr lang="tr-TR" noProof="0"/>
              <a:t>20XX</a:t>
            </a:r>
          </a:p>
        </p:txBody>
      </p:sp>
      <p:sp>
        <p:nvSpPr>
          <p:cNvPr id="4" name="Alt Bilgi Yer Tutucusu 3">
            <a:extLst>
              <a:ext uri="{FF2B5EF4-FFF2-40B4-BE49-F238E27FC236}">
                <a16:creationId xmlns:a16="http://schemas.microsoft.com/office/drawing/2014/main" id="{96356206-85FD-45F5-A1F7-128DB34C860F}"/>
              </a:ext>
            </a:extLst>
          </p:cNvPr>
          <p:cNvSpPr>
            <a:spLocks noGrp="1"/>
          </p:cNvSpPr>
          <p:nvPr>
            <p:ph type="ftr" sz="quarter" idx="11"/>
          </p:nvPr>
        </p:nvSpPr>
        <p:spPr/>
        <p:txBody>
          <a:bodyPr rtlCol="0"/>
          <a:lstStyle/>
          <a:p>
            <a:pPr rtl="0"/>
            <a:r>
              <a:rPr lang="tr-TR" noProof="0"/>
              <a:t>Sunu başlığı</a:t>
            </a:r>
          </a:p>
        </p:txBody>
      </p:sp>
      <p:sp>
        <p:nvSpPr>
          <p:cNvPr id="5" name="Slayt Numarası Yer Tutucusu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spTree>
    <p:extLst>
      <p:ext uri="{BB962C8B-B14F-4D97-AF65-F5344CB8AC3E}">
        <p14:creationId xmlns:p14="http://schemas.microsoft.com/office/powerpoint/2010/main" val="4278656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Zaman çizelge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B5ED18-7A07-47F1-8056-CD86B076AFE2}"/>
              </a:ext>
            </a:extLst>
          </p:cNvPr>
          <p:cNvSpPr>
            <a:spLocks noGrp="1"/>
          </p:cNvSpPr>
          <p:nvPr>
            <p:ph type="title"/>
          </p:nvPr>
        </p:nvSpPr>
        <p:spPr>
          <a:xfrm>
            <a:off x="841248" y="381000"/>
            <a:ext cx="10972800" cy="1325563"/>
          </a:xfrm>
        </p:spPr>
        <p:txBody>
          <a:bodyPr rtlCol="0">
            <a:normAutofit/>
          </a:bodyPr>
          <a:lstStyle>
            <a:lvl1pPr>
              <a:defRPr sz="3000"/>
            </a:lvl1pPr>
          </a:lstStyle>
          <a:p>
            <a:pPr rtl="0"/>
            <a:r>
              <a:rPr lang="tr-TR" noProof="0"/>
              <a:t>Asıl başlık stilini düzenlemek için tıklayın</a:t>
            </a:r>
          </a:p>
        </p:txBody>
      </p:sp>
      <p:grpSp>
        <p:nvGrpSpPr>
          <p:cNvPr id="6" name="Sağ Alt">
            <a:extLst>
              <a:ext uri="{FF2B5EF4-FFF2-40B4-BE49-F238E27FC236}">
                <a16:creationId xmlns:a16="http://schemas.microsoft.com/office/drawing/2014/main" id="{3F4EA131-028B-4E70-968A-F18FD27D3639}"/>
              </a:ext>
              <a:ext uri="{C183D7F6-B498-43B3-948B-1728B52AA6E4}">
                <adec:decorative xmlns:adec="http://schemas.microsoft.com/office/drawing/2017/decorative" val="1"/>
              </a:ext>
            </a:extLst>
          </p:cNvPr>
          <p:cNvGrpSpPr/>
          <p:nvPr userDrawn="1"/>
        </p:nvGrpSpPr>
        <p:grpSpPr>
          <a:xfrm>
            <a:off x="7993448" y="3278144"/>
            <a:ext cx="4211600" cy="3581399"/>
            <a:chOff x="7980400" y="3276601"/>
            <a:chExt cx="4211600" cy="3581399"/>
          </a:xfrm>
        </p:grpSpPr>
        <p:grpSp>
          <p:nvGrpSpPr>
            <p:cNvPr id="7" name="Grafik 157">
              <a:extLst>
                <a:ext uri="{FF2B5EF4-FFF2-40B4-BE49-F238E27FC236}">
                  <a16:creationId xmlns:a16="http://schemas.microsoft.com/office/drawing/2014/main" id="{35B6ADC5-2993-4C95-8FC0-E843BACAED1C}"/>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9" name="Serbest Biçim: Şekil 24">
                <a:extLst>
                  <a:ext uri="{FF2B5EF4-FFF2-40B4-BE49-F238E27FC236}">
                    <a16:creationId xmlns:a16="http://schemas.microsoft.com/office/drawing/2014/main" id="{174FA252-C254-4DAB-A71B-2263B4B5F97A}"/>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0" name="Serbest Biçim: Şekil 25">
                <a:extLst>
                  <a:ext uri="{FF2B5EF4-FFF2-40B4-BE49-F238E27FC236}">
                    <a16:creationId xmlns:a16="http://schemas.microsoft.com/office/drawing/2014/main" id="{B8C83007-5E21-486E-9DBB-38D4DFA65B88}"/>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1" name="Serbest Biçim: Şekil 26">
                <a:extLst>
                  <a:ext uri="{FF2B5EF4-FFF2-40B4-BE49-F238E27FC236}">
                    <a16:creationId xmlns:a16="http://schemas.microsoft.com/office/drawing/2014/main" id="{1CA85DBE-60A4-4A34-A031-ED1979A4BEA5}"/>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2" name="Serbest Biçim: Şekil 30">
                <a:extLst>
                  <a:ext uri="{FF2B5EF4-FFF2-40B4-BE49-F238E27FC236}">
                    <a16:creationId xmlns:a16="http://schemas.microsoft.com/office/drawing/2014/main" id="{4438E01A-3963-4B12-94A1-C68FBA48D5EB}"/>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3" name="Serbest Biçim: Şekil 31">
                <a:extLst>
                  <a:ext uri="{FF2B5EF4-FFF2-40B4-BE49-F238E27FC236}">
                    <a16:creationId xmlns:a16="http://schemas.microsoft.com/office/drawing/2014/main" id="{0EDE04B1-4206-4F98-AD4E-C7F4E612668C}"/>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4" name="Serbest Biçim: Şekil 32">
                <a:extLst>
                  <a:ext uri="{FF2B5EF4-FFF2-40B4-BE49-F238E27FC236}">
                    <a16:creationId xmlns:a16="http://schemas.microsoft.com/office/drawing/2014/main" id="{13D5B5F8-89AD-4F43-BD6E-2066CC4A4866}"/>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5" name="Serbest Biçim: Şekil 36">
                <a:extLst>
                  <a:ext uri="{FF2B5EF4-FFF2-40B4-BE49-F238E27FC236}">
                    <a16:creationId xmlns:a16="http://schemas.microsoft.com/office/drawing/2014/main" id="{3F74D39B-7972-40FC-B9BA-41B1C9C31C4C}"/>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grpSp>
        <p:sp>
          <p:nvSpPr>
            <p:cNvPr id="8" name="Serbest Biçim: Şekil 23">
              <a:extLst>
                <a:ext uri="{FF2B5EF4-FFF2-40B4-BE49-F238E27FC236}">
                  <a16:creationId xmlns:a16="http://schemas.microsoft.com/office/drawing/2014/main" id="{85043687-D36C-4351-BB73-5FD8143B1937}"/>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tr-TR" noProof="0"/>
            </a:p>
          </p:txBody>
        </p:sp>
      </p:grpSp>
      <p:cxnSp>
        <p:nvCxnSpPr>
          <p:cNvPr id="17" name="Düz Bağlayıcı 16">
            <a:extLst>
              <a:ext uri="{FF2B5EF4-FFF2-40B4-BE49-F238E27FC236}">
                <a16:creationId xmlns:a16="http://schemas.microsoft.com/office/drawing/2014/main" id="{63BA1E84-270B-4FFF-AE2D-1118555EA543}"/>
              </a:ext>
              <a:ext uri="{C183D7F6-B498-43B3-948B-1728B52AA6E4}">
                <adec:decorative xmlns:adec="http://schemas.microsoft.com/office/drawing/2017/decorative" val="1"/>
              </a:ext>
            </a:extLst>
          </p:cNvPr>
          <p:cNvCxnSpPr>
            <a:cxnSpLocks/>
          </p:cNvCxnSpPr>
          <p:nvPr userDrawn="1"/>
        </p:nvCxnSpPr>
        <p:spPr>
          <a:xfrm>
            <a:off x="838200" y="3492029"/>
            <a:ext cx="10458249"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 name="Metin Yer Tutucusu 18">
            <a:extLst>
              <a:ext uri="{FF2B5EF4-FFF2-40B4-BE49-F238E27FC236}">
                <a16:creationId xmlns:a16="http://schemas.microsoft.com/office/drawing/2014/main" id="{F276568E-688A-4E48-A2E2-309074BB84F4}"/>
              </a:ext>
            </a:extLst>
          </p:cNvPr>
          <p:cNvSpPr>
            <a:spLocks noGrp="1"/>
          </p:cNvSpPr>
          <p:nvPr>
            <p:ph type="body" sz="quarter" idx="13" hasCustomPrompt="1"/>
          </p:nvPr>
        </p:nvSpPr>
        <p:spPr>
          <a:xfrm>
            <a:off x="841248" y="2331720"/>
            <a:ext cx="2286000" cy="457200"/>
          </a:xfrm>
        </p:spPr>
        <p:txBody>
          <a:bodyPr rtlCol="0">
            <a:noAutofit/>
          </a:bodyPr>
          <a:lstStyle>
            <a:lvl1pPr marL="0" indent="0" algn="ctr">
              <a:lnSpc>
                <a:spcPct val="100000"/>
              </a:lnSpc>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rtl="0"/>
            <a:r>
              <a:rPr lang="tr-TR" noProof="0"/>
              <a:t>Metin eklemek için tıklayın</a:t>
            </a:r>
          </a:p>
        </p:txBody>
      </p:sp>
      <p:sp>
        <p:nvSpPr>
          <p:cNvPr id="22" name="Metin Yer Tutucusu 18">
            <a:extLst>
              <a:ext uri="{FF2B5EF4-FFF2-40B4-BE49-F238E27FC236}">
                <a16:creationId xmlns:a16="http://schemas.microsoft.com/office/drawing/2014/main" id="{F7B45EFE-7518-4339-BC12-BDB6AE6B455D}"/>
              </a:ext>
            </a:extLst>
          </p:cNvPr>
          <p:cNvSpPr>
            <a:spLocks noGrp="1"/>
          </p:cNvSpPr>
          <p:nvPr>
            <p:ph type="body" sz="quarter" idx="15" hasCustomPrompt="1"/>
          </p:nvPr>
        </p:nvSpPr>
        <p:spPr>
          <a:xfrm>
            <a:off x="4956048" y="2331720"/>
            <a:ext cx="2286000" cy="457200"/>
          </a:xfrm>
        </p:spPr>
        <p:txBody>
          <a:bodyPr rtlCol="0">
            <a:noAutofit/>
          </a:bodyPr>
          <a:lstStyle>
            <a:lvl1pPr marL="0" indent="0" algn="ctr">
              <a:lnSpc>
                <a:spcPct val="100000"/>
              </a:lnSpc>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rtl="0"/>
            <a:r>
              <a:rPr lang="tr-TR" noProof="0"/>
              <a:t>Metin eklemek için tıklayın</a:t>
            </a:r>
          </a:p>
        </p:txBody>
      </p:sp>
      <p:sp>
        <p:nvSpPr>
          <p:cNvPr id="24" name="Metin Yer Tutucusu 18">
            <a:extLst>
              <a:ext uri="{FF2B5EF4-FFF2-40B4-BE49-F238E27FC236}">
                <a16:creationId xmlns:a16="http://schemas.microsoft.com/office/drawing/2014/main" id="{90914F75-CCEE-4A83-B123-C63AEE559134}"/>
              </a:ext>
            </a:extLst>
          </p:cNvPr>
          <p:cNvSpPr>
            <a:spLocks noGrp="1"/>
          </p:cNvSpPr>
          <p:nvPr>
            <p:ph type="body" sz="quarter" idx="17" hasCustomPrompt="1"/>
          </p:nvPr>
        </p:nvSpPr>
        <p:spPr>
          <a:xfrm>
            <a:off x="9061704" y="2331720"/>
            <a:ext cx="2286000" cy="457200"/>
          </a:xfrm>
        </p:spPr>
        <p:txBody>
          <a:bodyPr rtlCol="0">
            <a:noAutofit/>
          </a:bodyPr>
          <a:lstStyle>
            <a:lvl1pPr marL="0" indent="0" algn="ctr">
              <a:lnSpc>
                <a:spcPct val="100000"/>
              </a:lnSpc>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rtl="0"/>
            <a:r>
              <a:rPr lang="tr-TR" noProof="0"/>
              <a:t>Metin eklemek için tıklayın</a:t>
            </a:r>
          </a:p>
        </p:txBody>
      </p:sp>
      <p:sp>
        <p:nvSpPr>
          <p:cNvPr id="21" name="Metin Yer Tutucusu 20">
            <a:extLst>
              <a:ext uri="{FF2B5EF4-FFF2-40B4-BE49-F238E27FC236}">
                <a16:creationId xmlns:a16="http://schemas.microsoft.com/office/drawing/2014/main" id="{9F457D21-9E5C-42C3-B963-EB5C573E471B}"/>
              </a:ext>
            </a:extLst>
          </p:cNvPr>
          <p:cNvSpPr>
            <a:spLocks noGrp="1"/>
          </p:cNvSpPr>
          <p:nvPr>
            <p:ph type="body" sz="quarter" idx="14" hasCustomPrompt="1"/>
          </p:nvPr>
        </p:nvSpPr>
        <p:spPr>
          <a:xfrm>
            <a:off x="1069848" y="2825496"/>
            <a:ext cx="1828800" cy="310896"/>
          </a:xfrm>
        </p:spPr>
        <p:txBody>
          <a:bodyPr rtlCol="0" anchor="ctr" anchorCtr="1">
            <a:noAutofit/>
          </a:bodyPr>
          <a:lstStyle>
            <a:lvl1pPr marL="0" indent="0" algn="ctr">
              <a:buNone/>
              <a:defRPr sz="1400" b="1">
                <a:solidFill>
                  <a:schemeClr val="tx2"/>
                </a:solidFill>
                <a:latin typeface="+mj-lt"/>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rtl="0"/>
            <a:r>
              <a:rPr lang="tr-TR" noProof="0"/>
              <a:t>BAŞLIK EKLE’YE TIKLAYIN</a:t>
            </a:r>
          </a:p>
        </p:txBody>
      </p:sp>
      <p:sp>
        <p:nvSpPr>
          <p:cNvPr id="23" name="Metin Yer Tutucusu 20">
            <a:extLst>
              <a:ext uri="{FF2B5EF4-FFF2-40B4-BE49-F238E27FC236}">
                <a16:creationId xmlns:a16="http://schemas.microsoft.com/office/drawing/2014/main" id="{85718815-3BB8-4E88-99D1-02A1711B5F1B}"/>
              </a:ext>
            </a:extLst>
          </p:cNvPr>
          <p:cNvSpPr>
            <a:spLocks noGrp="1"/>
          </p:cNvSpPr>
          <p:nvPr>
            <p:ph type="body" sz="quarter" idx="16" hasCustomPrompt="1"/>
          </p:nvPr>
        </p:nvSpPr>
        <p:spPr>
          <a:xfrm>
            <a:off x="5175504" y="2816352"/>
            <a:ext cx="1828800" cy="310896"/>
          </a:xfrm>
        </p:spPr>
        <p:txBody>
          <a:bodyPr rtlCol="0" anchor="ctr" anchorCtr="1">
            <a:noAutofit/>
          </a:bodyPr>
          <a:lstStyle>
            <a:lvl1pPr marL="0" indent="0" algn="ctr">
              <a:buNone/>
              <a:defRPr sz="1400" b="1">
                <a:solidFill>
                  <a:schemeClr val="accent3"/>
                </a:solidFill>
                <a:latin typeface="+mj-lt"/>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rtl="0"/>
            <a:r>
              <a:rPr lang="tr-TR" noProof="0"/>
              <a:t>BAŞLIK EKLE’YE TIKLAYIN</a:t>
            </a:r>
          </a:p>
        </p:txBody>
      </p:sp>
      <p:sp>
        <p:nvSpPr>
          <p:cNvPr id="25" name="Metin Yer Tutucusu 20">
            <a:extLst>
              <a:ext uri="{FF2B5EF4-FFF2-40B4-BE49-F238E27FC236}">
                <a16:creationId xmlns:a16="http://schemas.microsoft.com/office/drawing/2014/main" id="{A2791BA3-A25E-47AA-BE4F-061E39494562}"/>
              </a:ext>
            </a:extLst>
          </p:cNvPr>
          <p:cNvSpPr>
            <a:spLocks noGrp="1"/>
          </p:cNvSpPr>
          <p:nvPr>
            <p:ph type="body" sz="quarter" idx="18" hasCustomPrompt="1"/>
          </p:nvPr>
        </p:nvSpPr>
        <p:spPr>
          <a:xfrm>
            <a:off x="9281160" y="2825496"/>
            <a:ext cx="1828800" cy="310896"/>
          </a:xfrm>
        </p:spPr>
        <p:txBody>
          <a:bodyPr rtlCol="0" anchor="ctr" anchorCtr="1">
            <a:noAutofit/>
          </a:bodyPr>
          <a:lstStyle>
            <a:lvl1pPr marL="0" indent="0" algn="ctr">
              <a:buNone/>
              <a:defRPr sz="1400" b="1">
                <a:solidFill>
                  <a:schemeClr val="accent6"/>
                </a:solidFill>
                <a:latin typeface="+mj-lt"/>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rtl="0"/>
            <a:r>
              <a:rPr lang="tr-TR" noProof="0"/>
              <a:t>BAŞLIK EKLE’YE TIKLAYIN</a:t>
            </a:r>
          </a:p>
        </p:txBody>
      </p:sp>
      <p:sp>
        <p:nvSpPr>
          <p:cNvPr id="27" name="Metin Yer Tutucusu 20">
            <a:extLst>
              <a:ext uri="{FF2B5EF4-FFF2-40B4-BE49-F238E27FC236}">
                <a16:creationId xmlns:a16="http://schemas.microsoft.com/office/drawing/2014/main" id="{A7F9C1F7-7C6C-4753-971D-57FC507D0C24}"/>
              </a:ext>
            </a:extLst>
          </p:cNvPr>
          <p:cNvSpPr>
            <a:spLocks noGrp="1"/>
          </p:cNvSpPr>
          <p:nvPr>
            <p:ph type="body" sz="quarter" idx="20" hasCustomPrompt="1"/>
          </p:nvPr>
        </p:nvSpPr>
        <p:spPr>
          <a:xfrm>
            <a:off x="3127248" y="3895344"/>
            <a:ext cx="1828800" cy="310896"/>
          </a:xfrm>
        </p:spPr>
        <p:txBody>
          <a:bodyPr rtlCol="0" anchor="ctr" anchorCtr="1">
            <a:noAutofit/>
          </a:bodyPr>
          <a:lstStyle>
            <a:lvl1pPr marL="0" indent="0" algn="ctr">
              <a:buNone/>
              <a:defRPr sz="1400" b="1">
                <a:solidFill>
                  <a:schemeClr val="accent1"/>
                </a:solidFill>
                <a:latin typeface="+mj-lt"/>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rtl="0"/>
            <a:r>
              <a:rPr lang="tr-TR" noProof="0"/>
              <a:t>BAŞLIK EKLE’YE TIKLAYIN</a:t>
            </a:r>
          </a:p>
        </p:txBody>
      </p:sp>
      <p:sp>
        <p:nvSpPr>
          <p:cNvPr id="29" name="Metin Yer Tutucusu 20">
            <a:extLst>
              <a:ext uri="{FF2B5EF4-FFF2-40B4-BE49-F238E27FC236}">
                <a16:creationId xmlns:a16="http://schemas.microsoft.com/office/drawing/2014/main" id="{25B6F234-5859-479D-A644-428DF6706712}"/>
              </a:ext>
            </a:extLst>
          </p:cNvPr>
          <p:cNvSpPr>
            <a:spLocks noGrp="1"/>
          </p:cNvSpPr>
          <p:nvPr>
            <p:ph type="body" sz="quarter" idx="22" hasCustomPrompt="1"/>
          </p:nvPr>
        </p:nvSpPr>
        <p:spPr>
          <a:xfrm>
            <a:off x="7232904" y="3895344"/>
            <a:ext cx="1828800" cy="310896"/>
          </a:xfrm>
        </p:spPr>
        <p:txBody>
          <a:bodyPr rtlCol="0" anchor="ctr" anchorCtr="1">
            <a:noAutofit/>
          </a:bodyPr>
          <a:lstStyle>
            <a:lvl1pPr marL="0" indent="0" algn="ctr">
              <a:buNone/>
              <a:defRPr sz="1400" b="1">
                <a:solidFill>
                  <a:schemeClr val="accent5"/>
                </a:solidFill>
                <a:latin typeface="+mj-lt"/>
              </a:defRPr>
            </a:lvl1pPr>
            <a:lvl2pPr marL="457200" indent="0">
              <a:buNone/>
              <a:defRPr sz="1400"/>
            </a:lvl2pPr>
            <a:lvl3pPr marL="914400" indent="0">
              <a:buNone/>
              <a:defRPr sz="1400"/>
            </a:lvl3pPr>
            <a:lvl4pPr marL="1371600" indent="0">
              <a:buNone/>
              <a:defRPr sz="1400"/>
            </a:lvl4pPr>
            <a:lvl5pPr marL="1828800" indent="0">
              <a:buNone/>
              <a:defRPr sz="1400"/>
            </a:lvl5pPr>
          </a:lstStyle>
          <a:p>
            <a:pPr lvl="0" rtl="0"/>
            <a:r>
              <a:rPr lang="tr-TR" noProof="0"/>
              <a:t>BAŞLIK EKLE’YE TIKLAYIN</a:t>
            </a:r>
          </a:p>
        </p:txBody>
      </p:sp>
      <p:sp>
        <p:nvSpPr>
          <p:cNvPr id="26" name="Metin Yer Tutucusu 18">
            <a:extLst>
              <a:ext uri="{FF2B5EF4-FFF2-40B4-BE49-F238E27FC236}">
                <a16:creationId xmlns:a16="http://schemas.microsoft.com/office/drawing/2014/main" id="{241AC019-59F4-46A4-A11D-8961BADF3B90}"/>
              </a:ext>
            </a:extLst>
          </p:cNvPr>
          <p:cNvSpPr>
            <a:spLocks noGrp="1"/>
          </p:cNvSpPr>
          <p:nvPr>
            <p:ph type="body" sz="quarter" idx="19" hasCustomPrompt="1"/>
          </p:nvPr>
        </p:nvSpPr>
        <p:spPr>
          <a:xfrm>
            <a:off x="2898648" y="4206240"/>
            <a:ext cx="2286000" cy="457200"/>
          </a:xfrm>
        </p:spPr>
        <p:txBody>
          <a:bodyPr rtlCol="0">
            <a:noAutofit/>
          </a:bodyPr>
          <a:lstStyle>
            <a:lvl1pPr marL="0" indent="0" algn="ctr">
              <a:lnSpc>
                <a:spcPct val="100000"/>
              </a:lnSpc>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rtl="0"/>
            <a:r>
              <a:rPr lang="tr-TR" noProof="0"/>
              <a:t>Metin eklemek için tıklayın</a:t>
            </a:r>
          </a:p>
        </p:txBody>
      </p:sp>
      <p:sp>
        <p:nvSpPr>
          <p:cNvPr id="28" name="Metin Yer Tutucusu 18">
            <a:extLst>
              <a:ext uri="{FF2B5EF4-FFF2-40B4-BE49-F238E27FC236}">
                <a16:creationId xmlns:a16="http://schemas.microsoft.com/office/drawing/2014/main" id="{BDB73453-5E3B-4D0C-A15D-1D4D97053A58}"/>
              </a:ext>
            </a:extLst>
          </p:cNvPr>
          <p:cNvSpPr>
            <a:spLocks noGrp="1"/>
          </p:cNvSpPr>
          <p:nvPr>
            <p:ph type="body" sz="quarter" idx="21" hasCustomPrompt="1"/>
          </p:nvPr>
        </p:nvSpPr>
        <p:spPr>
          <a:xfrm>
            <a:off x="6986016" y="4206240"/>
            <a:ext cx="2286000" cy="457200"/>
          </a:xfrm>
        </p:spPr>
        <p:txBody>
          <a:bodyPr rtlCol="0">
            <a:noAutofit/>
          </a:bodyPr>
          <a:lstStyle>
            <a:lvl1pPr marL="0" indent="0" algn="ctr">
              <a:lnSpc>
                <a:spcPct val="100000"/>
              </a:lnSpc>
              <a:buNone/>
              <a:defRPr sz="1200"/>
            </a:lvl1pPr>
            <a:lvl2pPr marL="457200" indent="0">
              <a:buNone/>
              <a:defRPr sz="1200"/>
            </a:lvl2pPr>
            <a:lvl3pPr marL="914400" indent="0">
              <a:buNone/>
              <a:defRPr sz="1200"/>
            </a:lvl3pPr>
            <a:lvl4pPr marL="1371600" indent="0">
              <a:buNone/>
              <a:defRPr sz="1200"/>
            </a:lvl4pPr>
            <a:lvl5pPr marL="1828800" indent="0">
              <a:buNone/>
              <a:defRPr sz="1200"/>
            </a:lvl5pPr>
          </a:lstStyle>
          <a:p>
            <a:pPr lvl="0" rtl="0"/>
            <a:r>
              <a:rPr lang="tr-TR" noProof="0"/>
              <a:t>Metin eklemek için tıklayın</a:t>
            </a:r>
          </a:p>
        </p:txBody>
      </p:sp>
      <p:sp>
        <p:nvSpPr>
          <p:cNvPr id="3" name="Tarih Yer Tutucusu 2">
            <a:extLst>
              <a:ext uri="{FF2B5EF4-FFF2-40B4-BE49-F238E27FC236}">
                <a16:creationId xmlns:a16="http://schemas.microsoft.com/office/drawing/2014/main" id="{A0C71211-4520-46A1-9487-4AE49C3239EF}"/>
              </a:ext>
            </a:extLst>
          </p:cNvPr>
          <p:cNvSpPr>
            <a:spLocks noGrp="1"/>
          </p:cNvSpPr>
          <p:nvPr>
            <p:ph type="dt" sz="half" idx="10"/>
          </p:nvPr>
        </p:nvSpPr>
        <p:spPr/>
        <p:txBody>
          <a:bodyPr rtlCol="0"/>
          <a:lstStyle/>
          <a:p>
            <a:pPr rtl="0"/>
            <a:r>
              <a:rPr lang="tr-TR" noProof="0"/>
              <a:t>20XX</a:t>
            </a:r>
          </a:p>
        </p:txBody>
      </p:sp>
      <p:sp>
        <p:nvSpPr>
          <p:cNvPr id="4" name="Alt Bilgi Yer Tutucusu 3">
            <a:extLst>
              <a:ext uri="{FF2B5EF4-FFF2-40B4-BE49-F238E27FC236}">
                <a16:creationId xmlns:a16="http://schemas.microsoft.com/office/drawing/2014/main" id="{96356206-85FD-45F5-A1F7-128DB34C860F}"/>
              </a:ext>
            </a:extLst>
          </p:cNvPr>
          <p:cNvSpPr>
            <a:spLocks noGrp="1"/>
          </p:cNvSpPr>
          <p:nvPr>
            <p:ph type="ftr" sz="quarter" idx="11"/>
          </p:nvPr>
        </p:nvSpPr>
        <p:spPr/>
        <p:txBody>
          <a:bodyPr rtlCol="0"/>
          <a:lstStyle/>
          <a:p>
            <a:pPr rtl="0"/>
            <a:r>
              <a:rPr lang="tr-TR" noProof="0"/>
              <a:t>Sunu başlığı</a:t>
            </a:r>
          </a:p>
        </p:txBody>
      </p:sp>
      <p:sp>
        <p:nvSpPr>
          <p:cNvPr id="5" name="Slayt Numarası Yer Tutucusu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spTree>
    <p:extLst>
      <p:ext uri="{BB962C8B-B14F-4D97-AF65-F5344CB8AC3E}">
        <p14:creationId xmlns:p14="http://schemas.microsoft.com/office/powerpoint/2010/main" val="1267233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arşılaştırma 2 sütunu">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0D1FF5-7EF8-4250-A259-43050ABBD3B6}"/>
              </a:ext>
            </a:extLst>
          </p:cNvPr>
          <p:cNvSpPr>
            <a:spLocks noGrp="1"/>
          </p:cNvSpPr>
          <p:nvPr>
            <p:ph type="title"/>
          </p:nvPr>
        </p:nvSpPr>
        <p:spPr>
          <a:xfrm>
            <a:off x="3584448" y="365125"/>
            <a:ext cx="8353426" cy="1325563"/>
          </a:xfrm>
        </p:spPr>
        <p:txBody>
          <a:bodyPr rtlCol="0">
            <a:normAutofit/>
          </a:bodyPr>
          <a:lstStyle>
            <a:lvl1pPr>
              <a:defRPr sz="3000" baseline="0"/>
            </a:lvl1pPr>
          </a:lstStyle>
          <a:p>
            <a:pPr rtl="0"/>
            <a:r>
              <a:rPr lang="tr-TR" noProof="0"/>
              <a:t>Asıl başlık stilini düzenlemek için tıklayın</a:t>
            </a:r>
          </a:p>
        </p:txBody>
      </p:sp>
      <p:sp>
        <p:nvSpPr>
          <p:cNvPr id="11" name="Resim Yer Tutucusu 10">
            <a:extLst>
              <a:ext uri="{FF2B5EF4-FFF2-40B4-BE49-F238E27FC236}">
                <a16:creationId xmlns:a16="http://schemas.microsoft.com/office/drawing/2014/main" id="{9D9DEB19-D619-47AB-BE94-FA3DDA460083}"/>
              </a:ext>
            </a:extLst>
          </p:cNvPr>
          <p:cNvSpPr>
            <a:spLocks noGrp="1"/>
          </p:cNvSpPr>
          <p:nvPr>
            <p:ph type="pic" sz="quarter" idx="13"/>
          </p:nvPr>
        </p:nvSpPr>
        <p:spPr>
          <a:xfrm>
            <a:off x="0" y="0"/>
            <a:ext cx="3044952" cy="6858000"/>
          </a:xfrm>
          <a:solidFill>
            <a:schemeClr val="accent5"/>
          </a:solidFill>
        </p:spPr>
        <p:txBody>
          <a:bodyPr rtlCol="0"/>
          <a:lstStyle/>
          <a:p>
            <a:pPr rtl="0"/>
            <a:r>
              <a:rPr lang="tr-TR" noProof="0"/>
              <a:t>Resim eklemek için simgeye tıklayın</a:t>
            </a:r>
          </a:p>
        </p:txBody>
      </p:sp>
      <p:sp>
        <p:nvSpPr>
          <p:cNvPr id="3" name="Metin Yer Tutucusu 2">
            <a:extLst>
              <a:ext uri="{FF2B5EF4-FFF2-40B4-BE49-F238E27FC236}">
                <a16:creationId xmlns:a16="http://schemas.microsoft.com/office/drawing/2014/main" id="{673DC3A9-D4E6-42CF-91A8-F267C7C66CCB}"/>
              </a:ext>
            </a:extLst>
          </p:cNvPr>
          <p:cNvSpPr>
            <a:spLocks noGrp="1"/>
          </p:cNvSpPr>
          <p:nvPr>
            <p:ph type="body" idx="1" hasCustomPrompt="1"/>
          </p:nvPr>
        </p:nvSpPr>
        <p:spPr>
          <a:xfrm>
            <a:off x="3584448" y="1681163"/>
            <a:ext cx="3483864" cy="823912"/>
          </a:xfrm>
        </p:spPr>
        <p:txBody>
          <a:bodyPr rtlCol="0" anchor="ctr" anchorCtr="0">
            <a:normAutofit/>
          </a:bodyPr>
          <a:lstStyle>
            <a:lvl1pPr marL="0" indent="0">
              <a:buNone/>
              <a:defRPr sz="1600" b="0">
                <a:solidFill>
                  <a:schemeClr val="accent6"/>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ASIL METİN STİLLERİNİ DÜZENLEMEK İÇİN TIKLAYIN</a:t>
            </a:r>
          </a:p>
        </p:txBody>
      </p:sp>
      <p:sp>
        <p:nvSpPr>
          <p:cNvPr id="4" name="İçerik Yer Tutucusu 3">
            <a:extLst>
              <a:ext uri="{FF2B5EF4-FFF2-40B4-BE49-F238E27FC236}">
                <a16:creationId xmlns:a16="http://schemas.microsoft.com/office/drawing/2014/main" id="{C752CCA9-53A3-4DA5-AD45-C2A2C12A3A6A}"/>
              </a:ext>
            </a:extLst>
          </p:cNvPr>
          <p:cNvSpPr>
            <a:spLocks noGrp="1"/>
          </p:cNvSpPr>
          <p:nvPr>
            <p:ph sz="half" idx="2"/>
          </p:nvPr>
        </p:nvSpPr>
        <p:spPr>
          <a:xfrm>
            <a:off x="3584448" y="2505075"/>
            <a:ext cx="3483864" cy="3474720"/>
          </a:xfrm>
        </p:spPr>
        <p:txBody>
          <a:bodyPr rtlCol="0">
            <a:normAutofit/>
          </a:bodyPr>
          <a:lstStyle>
            <a:lvl1pPr>
              <a:lnSpc>
                <a:spcPts val="2400"/>
              </a:lnSpc>
              <a:defRPr sz="1600"/>
            </a:lvl1pPr>
            <a:lvl2pPr>
              <a:lnSpc>
                <a:spcPts val="2400"/>
              </a:lnSpc>
              <a:defRPr sz="1600"/>
            </a:lvl2pPr>
            <a:lvl3pPr>
              <a:lnSpc>
                <a:spcPts val="2400"/>
              </a:lnSpc>
              <a:defRPr sz="1600"/>
            </a:lvl3pPr>
            <a:lvl4pPr>
              <a:lnSpc>
                <a:spcPts val="2400"/>
              </a:lnSpc>
              <a:defRPr sz="1600"/>
            </a:lvl4pPr>
            <a:lvl5pPr>
              <a:lnSpc>
                <a:spcPts val="2400"/>
              </a:lnSpc>
              <a:defRPr sz="160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5" name="Metin Yer Tutucusu 4">
            <a:extLst>
              <a:ext uri="{FF2B5EF4-FFF2-40B4-BE49-F238E27FC236}">
                <a16:creationId xmlns:a16="http://schemas.microsoft.com/office/drawing/2014/main" id="{2100C9C6-BD61-4D2C-9146-FB785BAE4FF3}"/>
              </a:ext>
            </a:extLst>
          </p:cNvPr>
          <p:cNvSpPr>
            <a:spLocks noGrp="1"/>
          </p:cNvSpPr>
          <p:nvPr>
            <p:ph type="body" sz="quarter" idx="3" hasCustomPrompt="1"/>
          </p:nvPr>
        </p:nvSpPr>
        <p:spPr>
          <a:xfrm>
            <a:off x="7543800" y="1681163"/>
            <a:ext cx="3483864" cy="823912"/>
          </a:xfrm>
        </p:spPr>
        <p:txBody>
          <a:bodyPr rtlCol="0" anchor="ctr" anchorCtr="0">
            <a:normAutofit/>
          </a:bodyPr>
          <a:lstStyle>
            <a:lvl1pPr marL="0" indent="0">
              <a:buNone/>
              <a:defRPr sz="1600" b="0">
                <a:solidFill>
                  <a:schemeClr val="accent6"/>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ASIL METİN STİLLERİNİ DÜZENLEMEK İÇİN TIKLAYIN</a:t>
            </a:r>
          </a:p>
        </p:txBody>
      </p:sp>
      <p:sp>
        <p:nvSpPr>
          <p:cNvPr id="6" name="İçerik Yer Tutucusu 5">
            <a:extLst>
              <a:ext uri="{FF2B5EF4-FFF2-40B4-BE49-F238E27FC236}">
                <a16:creationId xmlns:a16="http://schemas.microsoft.com/office/drawing/2014/main" id="{E2E342EE-68BB-484D-98C3-48A7847549D4}"/>
              </a:ext>
            </a:extLst>
          </p:cNvPr>
          <p:cNvSpPr>
            <a:spLocks noGrp="1"/>
          </p:cNvSpPr>
          <p:nvPr>
            <p:ph sz="quarter" idx="4"/>
          </p:nvPr>
        </p:nvSpPr>
        <p:spPr>
          <a:xfrm>
            <a:off x="7543800" y="2505075"/>
            <a:ext cx="3483864" cy="3474720"/>
          </a:xfrm>
        </p:spPr>
        <p:txBody>
          <a:bodyPr rtlCol="0">
            <a:normAutofit/>
          </a:bodyPr>
          <a:lstStyle>
            <a:lvl1pPr>
              <a:lnSpc>
                <a:spcPts val="2400"/>
              </a:lnSpc>
              <a:defRPr sz="1600"/>
            </a:lvl1pPr>
            <a:lvl2pPr>
              <a:lnSpc>
                <a:spcPts val="2400"/>
              </a:lnSpc>
              <a:defRPr sz="1600"/>
            </a:lvl2pPr>
            <a:lvl3pPr>
              <a:lnSpc>
                <a:spcPts val="2400"/>
              </a:lnSpc>
              <a:defRPr sz="1600"/>
            </a:lvl3pPr>
            <a:lvl4pPr>
              <a:lnSpc>
                <a:spcPts val="2400"/>
              </a:lnSpc>
              <a:defRPr sz="1600"/>
            </a:lvl4pPr>
            <a:lvl5pPr>
              <a:lnSpc>
                <a:spcPts val="2400"/>
              </a:lnSpc>
              <a:defRPr sz="160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7" name="Tarih Yer Tutucusu 6">
            <a:extLst>
              <a:ext uri="{FF2B5EF4-FFF2-40B4-BE49-F238E27FC236}">
                <a16:creationId xmlns:a16="http://schemas.microsoft.com/office/drawing/2014/main" id="{B3940682-7091-4427-B158-074D4A471374}"/>
              </a:ext>
            </a:extLst>
          </p:cNvPr>
          <p:cNvSpPr>
            <a:spLocks noGrp="1"/>
          </p:cNvSpPr>
          <p:nvPr>
            <p:ph type="dt" sz="half" idx="10"/>
          </p:nvPr>
        </p:nvSpPr>
        <p:spPr/>
        <p:txBody>
          <a:bodyPr rtlCol="0"/>
          <a:lstStyle>
            <a:lvl1pPr>
              <a:defRPr>
                <a:solidFill>
                  <a:schemeClr val="bg1"/>
                </a:solidFill>
              </a:defRPr>
            </a:lvl1pPr>
          </a:lstStyle>
          <a:p>
            <a:pPr rtl="0"/>
            <a:r>
              <a:rPr lang="tr-TR" noProof="0"/>
              <a:t>20XX</a:t>
            </a:r>
          </a:p>
        </p:txBody>
      </p:sp>
      <p:sp>
        <p:nvSpPr>
          <p:cNvPr id="8" name="Alt Bilgi Yer Tutucusu 7">
            <a:extLst>
              <a:ext uri="{FF2B5EF4-FFF2-40B4-BE49-F238E27FC236}">
                <a16:creationId xmlns:a16="http://schemas.microsoft.com/office/drawing/2014/main" id="{3A51CCCC-1589-401D-AE98-FC28716301EF}"/>
              </a:ext>
            </a:extLst>
          </p:cNvPr>
          <p:cNvSpPr>
            <a:spLocks noGrp="1"/>
          </p:cNvSpPr>
          <p:nvPr>
            <p:ph type="ftr" sz="quarter" idx="11"/>
          </p:nvPr>
        </p:nvSpPr>
        <p:spPr/>
        <p:txBody>
          <a:bodyPr rtlCol="0"/>
          <a:lstStyle/>
          <a:p>
            <a:pPr rtl="0"/>
            <a:r>
              <a:rPr lang="tr-TR" noProof="0"/>
              <a:t>Sunu başlığı</a:t>
            </a:r>
          </a:p>
        </p:txBody>
      </p:sp>
      <p:sp>
        <p:nvSpPr>
          <p:cNvPr id="9" name="Slayt Numarası Yer Tutucusu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grpSp>
        <p:nvGrpSpPr>
          <p:cNvPr id="12" name="Sağ Alt">
            <a:extLst>
              <a:ext uri="{FF2B5EF4-FFF2-40B4-BE49-F238E27FC236}">
                <a16:creationId xmlns:a16="http://schemas.microsoft.com/office/drawing/2014/main" id="{1667A1E8-3018-4001-B0FE-0B432613216B}"/>
              </a:ext>
              <a:ext uri="{C183D7F6-B498-43B3-948B-1728B52AA6E4}">
                <adec:decorative xmlns:adec="http://schemas.microsoft.com/office/drawing/2017/decorative" val="1"/>
              </a:ext>
            </a:extLst>
          </p:cNvPr>
          <p:cNvGrpSpPr/>
          <p:nvPr userDrawn="1"/>
        </p:nvGrpSpPr>
        <p:grpSpPr>
          <a:xfrm>
            <a:off x="7993448" y="3278144"/>
            <a:ext cx="4211600" cy="3581399"/>
            <a:chOff x="7980400" y="3276601"/>
            <a:chExt cx="4211600" cy="3581399"/>
          </a:xfrm>
        </p:grpSpPr>
        <p:grpSp>
          <p:nvGrpSpPr>
            <p:cNvPr id="13" name="Grafik 157">
              <a:extLst>
                <a:ext uri="{FF2B5EF4-FFF2-40B4-BE49-F238E27FC236}">
                  <a16:creationId xmlns:a16="http://schemas.microsoft.com/office/drawing/2014/main" id="{5AFF63E6-DC17-46C3-B823-1137AE864902}"/>
                </a:ext>
                <a:ext uri="{C183D7F6-B498-43B3-948B-1728B52AA6E4}">
                  <adec:decorative xmlns:adec="http://schemas.microsoft.com/office/drawing/2017/decorative" val="1"/>
                </a:ext>
              </a:extLst>
            </p:cNvPr>
            <p:cNvGrpSpPr/>
            <p:nvPr/>
          </p:nvGrpSpPr>
          <p:grpSpPr>
            <a:xfrm>
              <a:off x="8662740" y="3276601"/>
              <a:ext cx="3529260" cy="3581397"/>
              <a:chOff x="4114800" y="1423987"/>
              <a:chExt cx="3961542" cy="4007547"/>
            </a:xfrm>
            <a:noFill/>
          </p:grpSpPr>
          <p:sp>
            <p:nvSpPr>
              <p:cNvPr id="15" name="Serbest Biçim: Şekil 24">
                <a:extLst>
                  <a:ext uri="{FF2B5EF4-FFF2-40B4-BE49-F238E27FC236}">
                    <a16:creationId xmlns:a16="http://schemas.microsoft.com/office/drawing/2014/main" id="{337E26D2-F396-484E-B772-EDD11744E222}"/>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6" name="Serbest Biçim: Şekil 25">
                <a:extLst>
                  <a:ext uri="{FF2B5EF4-FFF2-40B4-BE49-F238E27FC236}">
                    <a16:creationId xmlns:a16="http://schemas.microsoft.com/office/drawing/2014/main" id="{7BD51612-9C68-492F-8EDA-AC9CD665B42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7" name="Serbest Biçim: Şekil 26">
                <a:extLst>
                  <a:ext uri="{FF2B5EF4-FFF2-40B4-BE49-F238E27FC236}">
                    <a16:creationId xmlns:a16="http://schemas.microsoft.com/office/drawing/2014/main" id="{E200DEED-F771-4E37-B642-842E84B1043D}"/>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8" name="Serbest Biçim: Şekil 30">
                <a:extLst>
                  <a:ext uri="{FF2B5EF4-FFF2-40B4-BE49-F238E27FC236}">
                    <a16:creationId xmlns:a16="http://schemas.microsoft.com/office/drawing/2014/main" id="{9BBD781A-81EA-4C52-B45D-365CF3F5138F}"/>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19" name="Serbest Biçim: Şekil 31">
                <a:extLst>
                  <a:ext uri="{FF2B5EF4-FFF2-40B4-BE49-F238E27FC236}">
                    <a16:creationId xmlns:a16="http://schemas.microsoft.com/office/drawing/2014/main" id="{731704AC-9126-464E-93BF-913A8724D55E}"/>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20" name="Serbest Biçim: Şekil 32">
                <a:extLst>
                  <a:ext uri="{FF2B5EF4-FFF2-40B4-BE49-F238E27FC236}">
                    <a16:creationId xmlns:a16="http://schemas.microsoft.com/office/drawing/2014/main" id="{E9C4B9D4-017F-48C9-83EE-067D4C23D562}"/>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sp>
            <p:nvSpPr>
              <p:cNvPr id="21" name="Serbest Biçim: Şekil 36">
                <a:extLst>
                  <a:ext uri="{FF2B5EF4-FFF2-40B4-BE49-F238E27FC236}">
                    <a16:creationId xmlns:a16="http://schemas.microsoft.com/office/drawing/2014/main" id="{A2549C88-4C09-431B-A746-6BB8F330F562}"/>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endParaRPr lang="tr-TR" noProof="0"/>
              </a:p>
            </p:txBody>
          </p:sp>
        </p:grpSp>
        <p:sp>
          <p:nvSpPr>
            <p:cNvPr id="14" name="Serbest Biçim: Şekil 23">
              <a:extLst>
                <a:ext uri="{FF2B5EF4-FFF2-40B4-BE49-F238E27FC236}">
                  <a16:creationId xmlns:a16="http://schemas.microsoft.com/office/drawing/2014/main" id="{B09360BE-E702-4312-BDC3-0EE642278E56}"/>
                </a:ext>
                <a:ext uri="{C183D7F6-B498-43B3-948B-1728B52AA6E4}">
                  <adec:decorative xmlns:adec="http://schemas.microsoft.com/office/drawing/2017/decorative" val="1"/>
                </a:ext>
              </a:extLst>
            </p:cNvPr>
            <p:cNvSpPr/>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rtl="0"/>
              <a:endParaRPr lang="tr-TR" noProof="0"/>
            </a:p>
          </p:txBody>
        </p:sp>
      </p:grpSp>
    </p:spTree>
    <p:extLst>
      <p:ext uri="{BB962C8B-B14F-4D97-AF65-F5344CB8AC3E}">
        <p14:creationId xmlns:p14="http://schemas.microsoft.com/office/powerpoint/2010/main" val="23037875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Karşılaştırma 3 sütunu">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0D1FF5-7EF8-4250-A259-43050ABBD3B6}"/>
              </a:ext>
            </a:extLst>
          </p:cNvPr>
          <p:cNvSpPr>
            <a:spLocks noGrp="1"/>
          </p:cNvSpPr>
          <p:nvPr>
            <p:ph type="title"/>
          </p:nvPr>
        </p:nvSpPr>
        <p:spPr>
          <a:xfrm>
            <a:off x="3383280" y="365125"/>
            <a:ext cx="8353426" cy="1325563"/>
          </a:xfrm>
        </p:spPr>
        <p:txBody>
          <a:bodyPr rtlCol="0"/>
          <a:lstStyle>
            <a:lvl1pPr>
              <a:defRPr baseline="0"/>
            </a:lvl1pPr>
          </a:lstStyle>
          <a:p>
            <a:pPr rtl="0"/>
            <a:r>
              <a:rPr lang="tr-TR" noProof="0"/>
              <a:t>Asıl başlık stilini düzenlemek için tıklayın</a:t>
            </a:r>
          </a:p>
        </p:txBody>
      </p:sp>
      <p:sp>
        <p:nvSpPr>
          <p:cNvPr id="3" name="Metin Yer Tutucusu 2">
            <a:extLst>
              <a:ext uri="{FF2B5EF4-FFF2-40B4-BE49-F238E27FC236}">
                <a16:creationId xmlns:a16="http://schemas.microsoft.com/office/drawing/2014/main" id="{673DC3A9-D4E6-42CF-91A8-F267C7C66CCB}"/>
              </a:ext>
            </a:extLst>
          </p:cNvPr>
          <p:cNvSpPr>
            <a:spLocks noGrp="1"/>
          </p:cNvSpPr>
          <p:nvPr>
            <p:ph type="body" idx="1"/>
          </p:nvPr>
        </p:nvSpPr>
        <p:spPr>
          <a:xfrm>
            <a:off x="3382963" y="1681163"/>
            <a:ext cx="2514600" cy="823912"/>
          </a:xfrm>
        </p:spPr>
        <p:txBody>
          <a:bodyPr rtlCol="0" anchor="ctr" anchorCtr="0">
            <a:normAutofit/>
          </a:bodyPr>
          <a:lstStyle>
            <a:lvl1pPr marL="0" indent="0">
              <a:buNone/>
              <a:defRPr sz="1600" b="0">
                <a:solidFill>
                  <a:schemeClr val="accent6"/>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4" name="İçerik Yer Tutucusu 3">
            <a:extLst>
              <a:ext uri="{FF2B5EF4-FFF2-40B4-BE49-F238E27FC236}">
                <a16:creationId xmlns:a16="http://schemas.microsoft.com/office/drawing/2014/main" id="{C752CCA9-53A3-4DA5-AD45-C2A2C12A3A6A}"/>
              </a:ext>
            </a:extLst>
          </p:cNvPr>
          <p:cNvSpPr>
            <a:spLocks noGrp="1"/>
          </p:cNvSpPr>
          <p:nvPr>
            <p:ph sz="half" idx="2"/>
          </p:nvPr>
        </p:nvSpPr>
        <p:spPr>
          <a:xfrm>
            <a:off x="3382963" y="2505075"/>
            <a:ext cx="2514600" cy="3474720"/>
          </a:xfrm>
        </p:spPr>
        <p:txBody>
          <a:bodyPr rtlCol="0">
            <a:normAutofit/>
          </a:bodyPr>
          <a:lstStyle>
            <a:lvl1pPr>
              <a:lnSpc>
                <a:spcPts val="2400"/>
              </a:lnSpc>
              <a:defRPr sz="1600"/>
            </a:lvl1pPr>
            <a:lvl2pPr>
              <a:lnSpc>
                <a:spcPts val="2400"/>
              </a:lnSpc>
              <a:defRPr sz="1600"/>
            </a:lvl2pPr>
            <a:lvl3pPr>
              <a:lnSpc>
                <a:spcPts val="2400"/>
              </a:lnSpc>
              <a:defRPr sz="1600"/>
            </a:lvl3pPr>
            <a:lvl4pPr>
              <a:lnSpc>
                <a:spcPts val="2400"/>
              </a:lnSpc>
              <a:defRPr sz="1600"/>
            </a:lvl4pPr>
            <a:lvl5pPr>
              <a:lnSpc>
                <a:spcPts val="2400"/>
              </a:lnSpc>
              <a:defRPr sz="160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5" name="Metin Yer Tutucusu 4">
            <a:extLst>
              <a:ext uri="{FF2B5EF4-FFF2-40B4-BE49-F238E27FC236}">
                <a16:creationId xmlns:a16="http://schemas.microsoft.com/office/drawing/2014/main" id="{2100C9C6-BD61-4D2C-9146-FB785BAE4FF3}"/>
              </a:ext>
            </a:extLst>
          </p:cNvPr>
          <p:cNvSpPr>
            <a:spLocks noGrp="1"/>
          </p:cNvSpPr>
          <p:nvPr>
            <p:ph type="body" sz="quarter" idx="3"/>
          </p:nvPr>
        </p:nvSpPr>
        <p:spPr>
          <a:xfrm>
            <a:off x="6330156" y="1681163"/>
            <a:ext cx="2514600" cy="823912"/>
          </a:xfrm>
        </p:spPr>
        <p:txBody>
          <a:bodyPr rtlCol="0" anchor="ctr" anchorCtr="0">
            <a:normAutofit/>
          </a:bodyPr>
          <a:lstStyle>
            <a:lvl1pPr marL="0" indent="0">
              <a:buNone/>
              <a:defRPr sz="1600" b="0">
                <a:solidFill>
                  <a:schemeClr val="accent6"/>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6" name="İçerik Yer Tutucusu 5">
            <a:extLst>
              <a:ext uri="{FF2B5EF4-FFF2-40B4-BE49-F238E27FC236}">
                <a16:creationId xmlns:a16="http://schemas.microsoft.com/office/drawing/2014/main" id="{E2E342EE-68BB-484D-98C3-48A7847549D4}"/>
              </a:ext>
            </a:extLst>
          </p:cNvPr>
          <p:cNvSpPr>
            <a:spLocks noGrp="1"/>
          </p:cNvSpPr>
          <p:nvPr>
            <p:ph sz="quarter" idx="4"/>
          </p:nvPr>
        </p:nvSpPr>
        <p:spPr>
          <a:xfrm>
            <a:off x="6334125" y="2505075"/>
            <a:ext cx="2514600" cy="3474720"/>
          </a:xfrm>
        </p:spPr>
        <p:txBody>
          <a:bodyPr rtlCol="0">
            <a:normAutofit/>
          </a:bodyPr>
          <a:lstStyle>
            <a:lvl1pPr>
              <a:lnSpc>
                <a:spcPts val="2400"/>
              </a:lnSpc>
              <a:defRPr sz="1600"/>
            </a:lvl1pPr>
            <a:lvl2pPr>
              <a:lnSpc>
                <a:spcPts val="2400"/>
              </a:lnSpc>
              <a:defRPr sz="1600"/>
            </a:lvl2pPr>
            <a:lvl3pPr>
              <a:lnSpc>
                <a:spcPts val="2400"/>
              </a:lnSpc>
              <a:defRPr sz="1600"/>
            </a:lvl3pPr>
            <a:lvl4pPr>
              <a:lnSpc>
                <a:spcPts val="2400"/>
              </a:lnSpc>
              <a:defRPr sz="1600"/>
            </a:lvl4pPr>
            <a:lvl5pPr>
              <a:lnSpc>
                <a:spcPts val="2400"/>
              </a:lnSpc>
              <a:defRPr sz="160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12" name="Metin Yer Tutucusu 4">
            <a:extLst>
              <a:ext uri="{FF2B5EF4-FFF2-40B4-BE49-F238E27FC236}">
                <a16:creationId xmlns:a16="http://schemas.microsoft.com/office/drawing/2014/main" id="{D05BF5CB-E607-49B6-8E54-0228DEF8D73E}"/>
              </a:ext>
            </a:extLst>
          </p:cNvPr>
          <p:cNvSpPr>
            <a:spLocks noGrp="1"/>
          </p:cNvSpPr>
          <p:nvPr>
            <p:ph type="body" sz="quarter" idx="14"/>
          </p:nvPr>
        </p:nvSpPr>
        <p:spPr>
          <a:xfrm>
            <a:off x="9277350" y="1700213"/>
            <a:ext cx="2514600" cy="823912"/>
          </a:xfrm>
        </p:spPr>
        <p:txBody>
          <a:bodyPr rtlCol="0" anchor="ctr" anchorCtr="0">
            <a:normAutofit/>
          </a:bodyPr>
          <a:lstStyle>
            <a:lvl1pPr marL="0" indent="0">
              <a:buNone/>
              <a:defRPr sz="1600" b="0">
                <a:solidFill>
                  <a:schemeClr val="accent6"/>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13" name="İçerik Yer Tutucusu 5">
            <a:extLst>
              <a:ext uri="{FF2B5EF4-FFF2-40B4-BE49-F238E27FC236}">
                <a16:creationId xmlns:a16="http://schemas.microsoft.com/office/drawing/2014/main" id="{24901FC4-51BF-47FB-B851-F155DE9683EB}"/>
              </a:ext>
            </a:extLst>
          </p:cNvPr>
          <p:cNvSpPr>
            <a:spLocks noGrp="1"/>
          </p:cNvSpPr>
          <p:nvPr>
            <p:ph sz="quarter" idx="15"/>
          </p:nvPr>
        </p:nvSpPr>
        <p:spPr>
          <a:xfrm>
            <a:off x="9277350" y="2524125"/>
            <a:ext cx="2514600" cy="3474720"/>
          </a:xfrm>
        </p:spPr>
        <p:txBody>
          <a:bodyPr rtlCol="0">
            <a:normAutofit/>
          </a:bodyPr>
          <a:lstStyle>
            <a:lvl1pPr>
              <a:lnSpc>
                <a:spcPts val="2400"/>
              </a:lnSpc>
              <a:defRPr sz="1600"/>
            </a:lvl1pPr>
            <a:lvl2pPr>
              <a:lnSpc>
                <a:spcPts val="2400"/>
              </a:lnSpc>
              <a:defRPr sz="1600"/>
            </a:lvl2pPr>
            <a:lvl3pPr>
              <a:lnSpc>
                <a:spcPts val="2400"/>
              </a:lnSpc>
              <a:defRPr sz="1600"/>
            </a:lvl3pPr>
            <a:lvl4pPr>
              <a:lnSpc>
                <a:spcPts val="2400"/>
              </a:lnSpc>
              <a:defRPr sz="1600"/>
            </a:lvl4pPr>
            <a:lvl5pPr>
              <a:lnSpc>
                <a:spcPts val="2400"/>
              </a:lnSpc>
              <a:defRPr sz="160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7" name="Tarih Yer Tutucusu 6">
            <a:extLst>
              <a:ext uri="{FF2B5EF4-FFF2-40B4-BE49-F238E27FC236}">
                <a16:creationId xmlns:a16="http://schemas.microsoft.com/office/drawing/2014/main" id="{B3940682-7091-4427-B158-074D4A471374}"/>
              </a:ext>
            </a:extLst>
          </p:cNvPr>
          <p:cNvSpPr>
            <a:spLocks noGrp="1"/>
          </p:cNvSpPr>
          <p:nvPr>
            <p:ph type="dt" sz="half" idx="10"/>
          </p:nvPr>
        </p:nvSpPr>
        <p:spPr/>
        <p:txBody>
          <a:bodyPr rtlCol="0"/>
          <a:lstStyle/>
          <a:p>
            <a:pPr rtl="0"/>
            <a:r>
              <a:rPr lang="tr-TR" noProof="0"/>
              <a:t>20XX</a:t>
            </a:r>
          </a:p>
        </p:txBody>
      </p:sp>
      <p:sp>
        <p:nvSpPr>
          <p:cNvPr id="8" name="Alt Bilgi Yer Tutucusu 7">
            <a:extLst>
              <a:ext uri="{FF2B5EF4-FFF2-40B4-BE49-F238E27FC236}">
                <a16:creationId xmlns:a16="http://schemas.microsoft.com/office/drawing/2014/main" id="{3A51CCCC-1589-401D-AE98-FC28716301EF}"/>
              </a:ext>
            </a:extLst>
          </p:cNvPr>
          <p:cNvSpPr>
            <a:spLocks noGrp="1"/>
          </p:cNvSpPr>
          <p:nvPr>
            <p:ph type="ftr" sz="quarter" idx="11"/>
          </p:nvPr>
        </p:nvSpPr>
        <p:spPr/>
        <p:txBody>
          <a:bodyPr rtlCol="0"/>
          <a:lstStyle/>
          <a:p>
            <a:pPr rtl="0"/>
            <a:r>
              <a:rPr lang="tr-TR" noProof="0"/>
              <a:t>Sunu başlığı</a:t>
            </a:r>
          </a:p>
        </p:txBody>
      </p:sp>
      <p:sp>
        <p:nvSpPr>
          <p:cNvPr id="9" name="Slayt Numarası Yer Tutucusu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grpSp>
        <p:nvGrpSpPr>
          <p:cNvPr id="14" name="Sağ Üst">
            <a:extLst>
              <a:ext uri="{FF2B5EF4-FFF2-40B4-BE49-F238E27FC236}">
                <a16:creationId xmlns:a16="http://schemas.microsoft.com/office/drawing/2014/main" id="{5AFEAD74-7425-4451-A543-90F45CAA4785}"/>
              </a:ext>
              <a:ext uri="{C183D7F6-B498-43B3-948B-1728B52AA6E4}">
                <adec:decorative xmlns:adec="http://schemas.microsoft.com/office/drawing/2017/decorative" val="1"/>
              </a:ext>
            </a:extLst>
          </p:cNvPr>
          <p:cNvGrpSpPr/>
          <p:nvPr userDrawn="1"/>
        </p:nvGrpSpPr>
        <p:grpSpPr>
          <a:xfrm>
            <a:off x="10849" y="-1"/>
            <a:ext cx="3877660" cy="5906585"/>
            <a:chOff x="10849" y="-3086"/>
            <a:chExt cx="2198951" cy="3349518"/>
          </a:xfrm>
        </p:grpSpPr>
        <p:sp>
          <p:nvSpPr>
            <p:cNvPr id="15" name="Serbest Biçim: Şekil 9">
              <a:extLst>
                <a:ext uri="{FF2B5EF4-FFF2-40B4-BE49-F238E27FC236}">
                  <a16:creationId xmlns:a16="http://schemas.microsoft.com/office/drawing/2014/main" id="{A0739BDD-AE24-4A98-99C5-D6619F67A509}"/>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tr-TR" noProof="0">
                <a:solidFill>
                  <a:schemeClr val="tx1">
                    <a:lumMod val="65000"/>
                    <a:lumOff val="35000"/>
                  </a:schemeClr>
                </a:solidFill>
                <a:latin typeface="AvenirNext LT Pro Medium" panose="020B0504020202020204" pitchFamily="34" charset="0"/>
              </a:endParaRPr>
            </a:p>
          </p:txBody>
        </p:sp>
        <p:sp>
          <p:nvSpPr>
            <p:cNvPr id="16" name="Serbest Biçim: Şekil 10">
              <a:extLst>
                <a:ext uri="{FF2B5EF4-FFF2-40B4-BE49-F238E27FC236}">
                  <a16:creationId xmlns:a16="http://schemas.microsoft.com/office/drawing/2014/main" id="{FEFC06E6-3363-4CDB-B79D-CCF531848BB5}"/>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7" name="Serbest Biçim: Şekil 11">
              <a:extLst>
                <a:ext uri="{FF2B5EF4-FFF2-40B4-BE49-F238E27FC236}">
                  <a16:creationId xmlns:a16="http://schemas.microsoft.com/office/drawing/2014/main" id="{B90FB7A8-0E58-4D7D-A300-987F589B44E2}"/>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8" name="Serbest Biçim: Şekil 12">
              <a:extLst>
                <a:ext uri="{FF2B5EF4-FFF2-40B4-BE49-F238E27FC236}">
                  <a16:creationId xmlns:a16="http://schemas.microsoft.com/office/drawing/2014/main" id="{36269E94-7431-4473-8972-931287C80A43}"/>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9" name="Serbest Biçim: Şekil 13">
              <a:extLst>
                <a:ext uri="{FF2B5EF4-FFF2-40B4-BE49-F238E27FC236}">
                  <a16:creationId xmlns:a16="http://schemas.microsoft.com/office/drawing/2014/main" id="{808D1C61-DD5B-416A-9D5F-C40FD9778392}"/>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20" name="Serbest Biçim: Şekil 14">
              <a:extLst>
                <a:ext uri="{FF2B5EF4-FFF2-40B4-BE49-F238E27FC236}">
                  <a16:creationId xmlns:a16="http://schemas.microsoft.com/office/drawing/2014/main" id="{94CB37AC-18BA-4C73-AE9D-1EAFBF960AED}"/>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21" name="Serbest Biçim: Şekil 15">
              <a:extLst>
                <a:ext uri="{FF2B5EF4-FFF2-40B4-BE49-F238E27FC236}">
                  <a16:creationId xmlns:a16="http://schemas.microsoft.com/office/drawing/2014/main" id="{25C8DE62-8360-46F6-B646-7EB8E119A2D4}"/>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22" name="Serbest Biçim: Şekil 16">
              <a:extLst>
                <a:ext uri="{FF2B5EF4-FFF2-40B4-BE49-F238E27FC236}">
                  <a16:creationId xmlns:a16="http://schemas.microsoft.com/office/drawing/2014/main" id="{57E333B6-C870-4773-862B-65B9C65AF1ED}"/>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pPr rtl="0"/>
              <a:endParaRPr lang="tr-TR" noProof="0"/>
            </a:p>
          </p:txBody>
        </p:sp>
      </p:grpSp>
    </p:spTree>
    <p:extLst>
      <p:ext uri="{BB962C8B-B14F-4D97-AF65-F5344CB8AC3E}">
        <p14:creationId xmlns:p14="http://schemas.microsoft.com/office/powerpoint/2010/main" val="1662825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Özet">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CD97974-B93C-4C96-B3F6-F69E3D6DE6CA}"/>
              </a:ext>
            </a:extLst>
          </p:cNvPr>
          <p:cNvSpPr>
            <a:spLocks noGrp="1"/>
          </p:cNvSpPr>
          <p:nvPr>
            <p:ph type="title" hasCustomPrompt="1"/>
          </p:nvPr>
        </p:nvSpPr>
        <p:spPr>
          <a:xfrm>
            <a:off x="6748272" y="401416"/>
            <a:ext cx="4572000" cy="1325563"/>
          </a:xfrm>
        </p:spPr>
        <p:txBody>
          <a:bodyPr rtlCol="0" anchor="b" anchorCtr="0">
            <a:normAutofit/>
          </a:bodyPr>
          <a:lstStyle>
            <a:lvl1pPr>
              <a:defRPr sz="3000" baseline="0"/>
            </a:lvl1pPr>
          </a:lstStyle>
          <a:p>
            <a:pPr rtl="0"/>
            <a:r>
              <a:rPr lang="tr-TR" noProof="0"/>
              <a:t>ANA BAŞLIK STİLİNİ DÜZENLEMEK İÇİN TIKLAYIN</a:t>
            </a:r>
          </a:p>
        </p:txBody>
      </p:sp>
      <p:sp>
        <p:nvSpPr>
          <p:cNvPr id="7" name="Resim Yer Tutucusu 6">
            <a:extLst>
              <a:ext uri="{FF2B5EF4-FFF2-40B4-BE49-F238E27FC236}">
                <a16:creationId xmlns:a16="http://schemas.microsoft.com/office/drawing/2014/main" id="{33713A46-E629-418A-9E89-B20468B63A34}"/>
              </a:ext>
            </a:extLst>
          </p:cNvPr>
          <p:cNvSpPr>
            <a:spLocks noGrp="1"/>
          </p:cNvSpPr>
          <p:nvPr>
            <p:ph type="pic" sz="quarter" idx="11"/>
          </p:nvPr>
        </p:nvSpPr>
        <p:spPr>
          <a:xfrm>
            <a:off x="0" y="0"/>
            <a:ext cx="4059936" cy="6858000"/>
          </a:xfrm>
          <a:solidFill>
            <a:schemeClr val="accent5"/>
          </a:solidFill>
        </p:spPr>
        <p:txBody>
          <a:bodyPr rtlCol="0"/>
          <a:lstStyle/>
          <a:p>
            <a:pPr rtl="0"/>
            <a:r>
              <a:rPr lang="tr-TR" noProof="0"/>
              <a:t>Resim eklemek için simgeye tıklayın</a:t>
            </a:r>
          </a:p>
        </p:txBody>
      </p:sp>
      <p:sp>
        <p:nvSpPr>
          <p:cNvPr id="6" name="Resim Yer Tutucusu 6">
            <a:extLst>
              <a:ext uri="{FF2B5EF4-FFF2-40B4-BE49-F238E27FC236}">
                <a16:creationId xmlns:a16="http://schemas.microsoft.com/office/drawing/2014/main" id="{87019F04-21A7-41F6-B916-F4F94E744D3C}"/>
              </a:ext>
            </a:extLst>
          </p:cNvPr>
          <p:cNvSpPr>
            <a:spLocks noGrp="1"/>
          </p:cNvSpPr>
          <p:nvPr>
            <p:ph type="pic" sz="quarter" idx="13"/>
          </p:nvPr>
        </p:nvSpPr>
        <p:spPr>
          <a:xfrm>
            <a:off x="2048256" y="1412748"/>
            <a:ext cx="4041648" cy="4032504"/>
          </a:xfrm>
          <a:solidFill>
            <a:schemeClr val="accent5"/>
          </a:solidFill>
          <a:ln w="101600">
            <a:solidFill>
              <a:schemeClr val="bg1"/>
            </a:solidFill>
          </a:ln>
        </p:spPr>
        <p:txBody>
          <a:bodyPr rtlCol="0"/>
          <a:lstStyle/>
          <a:p>
            <a:pPr rtl="0"/>
            <a:r>
              <a:rPr lang="tr-TR" noProof="0"/>
              <a:t>Resim eklemek için simgeye tıklayın</a:t>
            </a:r>
          </a:p>
        </p:txBody>
      </p:sp>
      <p:sp>
        <p:nvSpPr>
          <p:cNvPr id="5" name="Metin Yer Tutucusu 4">
            <a:extLst>
              <a:ext uri="{FF2B5EF4-FFF2-40B4-BE49-F238E27FC236}">
                <a16:creationId xmlns:a16="http://schemas.microsoft.com/office/drawing/2014/main" id="{CAF77331-6002-494B-B704-DDA9DEBB6491}"/>
              </a:ext>
            </a:extLst>
          </p:cNvPr>
          <p:cNvSpPr>
            <a:spLocks noGrp="1"/>
          </p:cNvSpPr>
          <p:nvPr>
            <p:ph type="body" sz="quarter" idx="10"/>
          </p:nvPr>
        </p:nvSpPr>
        <p:spPr>
          <a:xfrm>
            <a:off x="6748272" y="2084832"/>
            <a:ext cx="4572000" cy="4134993"/>
          </a:xfrm>
        </p:spPr>
        <p:txBody>
          <a:bodyPr rtlCol="0">
            <a:normAutofit/>
          </a:bodyPr>
          <a:lstStyle>
            <a:lvl1pPr marL="0" indent="0">
              <a:lnSpc>
                <a:spcPts val="2200"/>
              </a:lnSpc>
              <a:buNone/>
              <a:defRPr sz="1600"/>
            </a:lvl1pPr>
            <a:lvl2pPr marL="457200" indent="0">
              <a:lnSpc>
                <a:spcPts val="2200"/>
              </a:lnSpc>
              <a:buNone/>
              <a:defRPr sz="1600"/>
            </a:lvl2pPr>
            <a:lvl3pPr marL="914400" indent="0">
              <a:lnSpc>
                <a:spcPts val="2200"/>
              </a:lnSpc>
              <a:buNone/>
              <a:defRPr sz="1600"/>
            </a:lvl3pPr>
            <a:lvl4pPr marL="1371600" indent="0">
              <a:lnSpc>
                <a:spcPts val="2200"/>
              </a:lnSpc>
              <a:buNone/>
              <a:defRPr sz="1600"/>
            </a:lvl4pPr>
            <a:lvl5pPr marL="1828800" indent="0">
              <a:lnSpc>
                <a:spcPts val="2200"/>
              </a:lnSpc>
              <a:buNone/>
              <a:defRPr sz="160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10" name="Tarih Yer Tutucusu 6">
            <a:extLst>
              <a:ext uri="{FF2B5EF4-FFF2-40B4-BE49-F238E27FC236}">
                <a16:creationId xmlns:a16="http://schemas.microsoft.com/office/drawing/2014/main" id="{60A5D944-41DB-4CFC-97C1-6C7FF8DF373A}"/>
              </a:ext>
            </a:extLst>
          </p:cNvPr>
          <p:cNvSpPr>
            <a:spLocks noGrp="1"/>
          </p:cNvSpPr>
          <p:nvPr>
            <p:ph type="dt" sz="half" idx="14"/>
          </p:nvPr>
        </p:nvSpPr>
        <p:spPr>
          <a:xfrm>
            <a:off x="838200" y="6356350"/>
            <a:ext cx="2743200" cy="365125"/>
          </a:xfrm>
        </p:spPr>
        <p:txBody>
          <a:bodyPr rtlCol="0"/>
          <a:lstStyle>
            <a:lvl1pPr>
              <a:defRPr>
                <a:solidFill>
                  <a:schemeClr val="bg1"/>
                </a:solidFill>
              </a:defRPr>
            </a:lvl1pPr>
          </a:lstStyle>
          <a:p>
            <a:pPr rtl="0"/>
            <a:r>
              <a:rPr lang="tr-TR" noProof="0"/>
              <a:t>20XX</a:t>
            </a:r>
          </a:p>
        </p:txBody>
      </p:sp>
      <p:sp>
        <p:nvSpPr>
          <p:cNvPr id="11" name="Alt Bilgi Yer Tutucusu 7">
            <a:extLst>
              <a:ext uri="{FF2B5EF4-FFF2-40B4-BE49-F238E27FC236}">
                <a16:creationId xmlns:a16="http://schemas.microsoft.com/office/drawing/2014/main" id="{C52FEBB2-7D11-41E4-8284-A3119240C7F0}"/>
              </a:ext>
            </a:extLst>
          </p:cNvPr>
          <p:cNvSpPr>
            <a:spLocks noGrp="1"/>
          </p:cNvSpPr>
          <p:nvPr>
            <p:ph type="ftr" sz="quarter" idx="15"/>
          </p:nvPr>
        </p:nvSpPr>
        <p:spPr>
          <a:xfrm>
            <a:off x="4038600" y="6356350"/>
            <a:ext cx="4114800" cy="365125"/>
          </a:xfrm>
        </p:spPr>
        <p:txBody>
          <a:bodyPr rtlCol="0"/>
          <a:lstStyle/>
          <a:p>
            <a:pPr rtl="0"/>
            <a:r>
              <a:rPr lang="tr-TR" noProof="0"/>
              <a:t>Sunu başlığı</a:t>
            </a:r>
          </a:p>
        </p:txBody>
      </p:sp>
      <p:sp>
        <p:nvSpPr>
          <p:cNvPr id="12" name="Slayt Numarası Yer Tutucusu 8">
            <a:extLst>
              <a:ext uri="{FF2B5EF4-FFF2-40B4-BE49-F238E27FC236}">
                <a16:creationId xmlns:a16="http://schemas.microsoft.com/office/drawing/2014/main" id="{7D4BD90C-0DE3-488B-B828-BDBF5717EA82}"/>
              </a:ext>
            </a:extLst>
          </p:cNvPr>
          <p:cNvSpPr>
            <a:spLocks noGrp="1"/>
          </p:cNvSpPr>
          <p:nvPr>
            <p:ph type="sldNum" sz="quarter" idx="16"/>
          </p:nvPr>
        </p:nvSpPr>
        <p:spPr>
          <a:xfrm>
            <a:off x="8610600" y="6356350"/>
            <a:ext cx="2743200" cy="365125"/>
          </a:xfrm>
        </p:spPr>
        <p:txBody>
          <a:bodyPr rtlCol="0"/>
          <a:lstStyle/>
          <a:p>
            <a:pPr rtl="0"/>
            <a:fld id="{294A09A9-5501-47C1-A89A-A340965A2BE2}" type="slidenum">
              <a:rPr lang="tr-TR" noProof="0" smtClean="0"/>
              <a:t>‹#›</a:t>
            </a:fld>
            <a:endParaRPr lang="tr-TR" noProof="0"/>
          </a:p>
        </p:txBody>
      </p:sp>
    </p:spTree>
    <p:extLst>
      <p:ext uri="{BB962C8B-B14F-4D97-AF65-F5344CB8AC3E}">
        <p14:creationId xmlns:p14="http://schemas.microsoft.com/office/powerpoint/2010/main" val="3541581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şekkürler">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CD97974-B93C-4C96-B3F6-F69E3D6DE6CA}"/>
              </a:ext>
            </a:extLst>
          </p:cNvPr>
          <p:cNvSpPr>
            <a:spLocks noGrp="1"/>
          </p:cNvSpPr>
          <p:nvPr>
            <p:ph type="title" hasCustomPrompt="1"/>
          </p:nvPr>
        </p:nvSpPr>
        <p:spPr>
          <a:xfrm>
            <a:off x="841248" y="2606040"/>
            <a:ext cx="3924300" cy="1325563"/>
          </a:xfrm>
        </p:spPr>
        <p:txBody>
          <a:bodyPr rtlCol="0">
            <a:noAutofit/>
          </a:bodyPr>
          <a:lstStyle>
            <a:lvl1pPr>
              <a:defRPr sz="3600" baseline="0"/>
            </a:lvl1pPr>
          </a:lstStyle>
          <a:p>
            <a:pPr rtl="0"/>
            <a:r>
              <a:rPr lang="tr-TR" noProof="0"/>
              <a:t>ANA BAŞLIK STİLİNİ DÜZENLEMEK İÇİN TIKLAYIN</a:t>
            </a:r>
          </a:p>
        </p:txBody>
      </p:sp>
      <p:sp>
        <p:nvSpPr>
          <p:cNvPr id="5" name="Metin Yer Tutucusu 4">
            <a:extLst>
              <a:ext uri="{FF2B5EF4-FFF2-40B4-BE49-F238E27FC236}">
                <a16:creationId xmlns:a16="http://schemas.microsoft.com/office/drawing/2014/main" id="{CAF77331-6002-494B-B704-DDA9DEBB6491}"/>
              </a:ext>
            </a:extLst>
          </p:cNvPr>
          <p:cNvSpPr>
            <a:spLocks noGrp="1"/>
          </p:cNvSpPr>
          <p:nvPr>
            <p:ph type="body" sz="quarter" idx="10"/>
          </p:nvPr>
        </p:nvSpPr>
        <p:spPr>
          <a:xfrm>
            <a:off x="841248" y="4105656"/>
            <a:ext cx="2552700" cy="2066071"/>
          </a:xfrm>
        </p:spPr>
        <p:txBody>
          <a:bodyPr rtlCol="0">
            <a:normAutofit/>
          </a:bodyPr>
          <a:lstStyle>
            <a:lvl1pPr marL="0" indent="0">
              <a:lnSpc>
                <a:spcPts val="2200"/>
              </a:lnSpc>
              <a:buNone/>
              <a:defRPr sz="1600"/>
            </a:lvl1pPr>
            <a:lvl2pPr marL="457200" indent="0">
              <a:lnSpc>
                <a:spcPts val="2200"/>
              </a:lnSpc>
              <a:buNone/>
              <a:defRPr sz="1600"/>
            </a:lvl2pPr>
            <a:lvl3pPr marL="914400" indent="0">
              <a:lnSpc>
                <a:spcPts val="2200"/>
              </a:lnSpc>
              <a:buNone/>
              <a:defRPr sz="1600"/>
            </a:lvl3pPr>
            <a:lvl4pPr marL="1371600" indent="0">
              <a:lnSpc>
                <a:spcPts val="2200"/>
              </a:lnSpc>
              <a:buNone/>
              <a:defRPr sz="1600"/>
            </a:lvl4pPr>
            <a:lvl5pPr marL="1828800" indent="0">
              <a:lnSpc>
                <a:spcPts val="2200"/>
              </a:lnSpc>
              <a:buNone/>
              <a:defRPr sz="1600"/>
            </a:lvl5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12" name="Tarih Yer Tutucusu 6">
            <a:extLst>
              <a:ext uri="{FF2B5EF4-FFF2-40B4-BE49-F238E27FC236}">
                <a16:creationId xmlns:a16="http://schemas.microsoft.com/office/drawing/2014/main" id="{8B39AA2A-DA2A-4F98-A265-15F8F0D8D450}"/>
              </a:ext>
            </a:extLst>
          </p:cNvPr>
          <p:cNvSpPr>
            <a:spLocks noGrp="1"/>
          </p:cNvSpPr>
          <p:nvPr>
            <p:ph type="dt" sz="half" idx="17"/>
          </p:nvPr>
        </p:nvSpPr>
        <p:spPr>
          <a:xfrm>
            <a:off x="841248" y="6356350"/>
            <a:ext cx="1828800" cy="365125"/>
          </a:xfrm>
        </p:spPr>
        <p:txBody>
          <a:bodyPr rtlCol="0"/>
          <a:lstStyle/>
          <a:p>
            <a:pPr rtl="0"/>
            <a:r>
              <a:rPr lang="tr-TR" noProof="0"/>
              <a:t>20XX</a:t>
            </a:r>
          </a:p>
        </p:txBody>
      </p:sp>
      <p:sp>
        <p:nvSpPr>
          <p:cNvPr id="13" name="Alt Bilgi Yer Tutucusu 7">
            <a:extLst>
              <a:ext uri="{FF2B5EF4-FFF2-40B4-BE49-F238E27FC236}">
                <a16:creationId xmlns:a16="http://schemas.microsoft.com/office/drawing/2014/main" id="{D4140094-ECC6-407A-A2FF-98257769FD7C}"/>
              </a:ext>
            </a:extLst>
          </p:cNvPr>
          <p:cNvSpPr>
            <a:spLocks noGrp="1"/>
          </p:cNvSpPr>
          <p:nvPr>
            <p:ph type="ftr" sz="quarter" idx="14"/>
          </p:nvPr>
        </p:nvSpPr>
        <p:spPr>
          <a:xfrm>
            <a:off x="3157232" y="6356350"/>
            <a:ext cx="2743200" cy="365125"/>
          </a:xfrm>
        </p:spPr>
        <p:txBody>
          <a:bodyPr rtlCol="0"/>
          <a:lstStyle>
            <a:lvl1pPr algn="r">
              <a:defRPr/>
            </a:lvl1pPr>
          </a:lstStyle>
          <a:p>
            <a:pPr rtl="0"/>
            <a:r>
              <a:rPr lang="tr-TR" noProof="0"/>
              <a:t>Sunu başlığı</a:t>
            </a:r>
          </a:p>
        </p:txBody>
      </p:sp>
      <p:sp>
        <p:nvSpPr>
          <p:cNvPr id="6" name="Resim Yer Tutucusu 6">
            <a:extLst>
              <a:ext uri="{FF2B5EF4-FFF2-40B4-BE49-F238E27FC236}">
                <a16:creationId xmlns:a16="http://schemas.microsoft.com/office/drawing/2014/main" id="{87019F04-21A7-41F6-B916-F4F94E744D3C}"/>
              </a:ext>
            </a:extLst>
          </p:cNvPr>
          <p:cNvSpPr>
            <a:spLocks noGrp="1"/>
          </p:cNvSpPr>
          <p:nvPr>
            <p:ph type="pic" sz="quarter" idx="13"/>
          </p:nvPr>
        </p:nvSpPr>
        <p:spPr>
          <a:xfrm>
            <a:off x="6092952" y="0"/>
            <a:ext cx="6099048" cy="6858000"/>
          </a:xfrm>
          <a:solidFill>
            <a:schemeClr val="accent5"/>
          </a:solidFill>
        </p:spPr>
        <p:txBody>
          <a:bodyPr rtlCol="0"/>
          <a:lstStyle/>
          <a:p>
            <a:pPr rtl="0"/>
            <a:r>
              <a:rPr lang="tr-TR" noProof="0"/>
              <a:t>Resim eklemek için simgeye tıklayın</a:t>
            </a:r>
          </a:p>
        </p:txBody>
      </p:sp>
      <p:sp>
        <p:nvSpPr>
          <p:cNvPr id="11" name="Slayt Numarası Yer Tutucusu 8">
            <a:extLst>
              <a:ext uri="{FF2B5EF4-FFF2-40B4-BE49-F238E27FC236}">
                <a16:creationId xmlns:a16="http://schemas.microsoft.com/office/drawing/2014/main" id="{56CC7D2E-562C-4512-9957-8C1B0A06F628}"/>
              </a:ext>
            </a:extLst>
          </p:cNvPr>
          <p:cNvSpPr>
            <a:spLocks noGrp="1"/>
          </p:cNvSpPr>
          <p:nvPr>
            <p:ph type="sldNum" sz="quarter" idx="16"/>
          </p:nvPr>
        </p:nvSpPr>
        <p:spPr>
          <a:xfrm>
            <a:off x="8610600" y="6356350"/>
            <a:ext cx="2743200" cy="365125"/>
          </a:xfrm>
        </p:spPr>
        <p:txBody>
          <a:bodyPr rtlCol="0"/>
          <a:lstStyle>
            <a:lvl1pPr>
              <a:defRPr>
                <a:solidFill>
                  <a:schemeClr val="bg1"/>
                </a:solidFill>
              </a:defRPr>
            </a:lvl1pPr>
          </a:lstStyle>
          <a:p>
            <a:pPr rtl="0"/>
            <a:fld id="{294A09A9-5501-47C1-A89A-A340965A2BE2}" type="slidenum">
              <a:rPr lang="tr-TR" noProof="0" smtClean="0"/>
              <a:pPr/>
              <a:t>‹#›</a:t>
            </a:fld>
            <a:endParaRPr lang="tr-TR" noProof="0"/>
          </a:p>
        </p:txBody>
      </p:sp>
      <p:grpSp>
        <p:nvGrpSpPr>
          <p:cNvPr id="14" name="Sağ Üst">
            <a:extLst>
              <a:ext uri="{FF2B5EF4-FFF2-40B4-BE49-F238E27FC236}">
                <a16:creationId xmlns:a16="http://schemas.microsoft.com/office/drawing/2014/main" id="{7DCF5A23-16BE-4FF7-8562-4B9CD64FB2DE}"/>
              </a:ext>
              <a:ext uri="{C183D7F6-B498-43B3-948B-1728B52AA6E4}">
                <adec:decorative xmlns:adec="http://schemas.microsoft.com/office/drawing/2017/decorative" val="1"/>
              </a:ext>
            </a:extLst>
          </p:cNvPr>
          <p:cNvGrpSpPr/>
          <p:nvPr userDrawn="1"/>
        </p:nvGrpSpPr>
        <p:grpSpPr>
          <a:xfrm>
            <a:off x="10850" y="-1"/>
            <a:ext cx="2768446" cy="4486275"/>
            <a:chOff x="10849" y="-3086"/>
            <a:chExt cx="2198951" cy="3349518"/>
          </a:xfrm>
        </p:grpSpPr>
        <p:sp>
          <p:nvSpPr>
            <p:cNvPr id="15" name="Serbest Biçim: Şekil 9">
              <a:extLst>
                <a:ext uri="{FF2B5EF4-FFF2-40B4-BE49-F238E27FC236}">
                  <a16:creationId xmlns:a16="http://schemas.microsoft.com/office/drawing/2014/main" id="{930E8856-48C1-4FFD-9BC1-360BCDEC04B6}"/>
                </a:ext>
                <a:ext uri="{C183D7F6-B498-43B3-948B-1728B52AA6E4}">
                  <adec:decorative xmlns:adec="http://schemas.microsoft.com/office/drawing/2017/decorative" val="1"/>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tr-TR" noProof="0">
                <a:solidFill>
                  <a:schemeClr val="tx1">
                    <a:lumMod val="65000"/>
                    <a:lumOff val="35000"/>
                  </a:schemeClr>
                </a:solidFill>
                <a:latin typeface="AvenirNext LT Pro Medium" panose="020B0504020202020204" pitchFamily="34" charset="0"/>
              </a:endParaRPr>
            </a:p>
          </p:txBody>
        </p:sp>
        <p:sp>
          <p:nvSpPr>
            <p:cNvPr id="16" name="Serbest Biçim: Şekil 10">
              <a:extLst>
                <a:ext uri="{FF2B5EF4-FFF2-40B4-BE49-F238E27FC236}">
                  <a16:creationId xmlns:a16="http://schemas.microsoft.com/office/drawing/2014/main" id="{0950DAF3-AE2C-43D7-884D-F377394DBC57}"/>
                </a:ext>
              </a:extLst>
            </p:cNvPr>
            <p:cNvSpPr/>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7" name="Serbest Biçim: Şekil 11">
              <a:extLst>
                <a:ext uri="{FF2B5EF4-FFF2-40B4-BE49-F238E27FC236}">
                  <a16:creationId xmlns:a16="http://schemas.microsoft.com/office/drawing/2014/main" id="{49552E91-169E-43A2-8337-361B09B2ECE1}"/>
                </a:ext>
              </a:extLst>
            </p:cNvPr>
            <p:cNvSpPr/>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8" name="Serbest Biçim: Şekil 12">
              <a:extLst>
                <a:ext uri="{FF2B5EF4-FFF2-40B4-BE49-F238E27FC236}">
                  <a16:creationId xmlns:a16="http://schemas.microsoft.com/office/drawing/2014/main" id="{4F38336D-53FF-4098-A32C-E01EF18D47C5}"/>
                </a:ext>
              </a:extLst>
            </p:cNvPr>
            <p:cNvSpPr/>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19" name="Serbest Biçim: Şekil 13">
              <a:extLst>
                <a:ext uri="{FF2B5EF4-FFF2-40B4-BE49-F238E27FC236}">
                  <a16:creationId xmlns:a16="http://schemas.microsoft.com/office/drawing/2014/main" id="{C78446BA-74A6-401A-BC2F-8B0BB17F7E1D}"/>
                </a:ext>
              </a:extLst>
            </p:cNvPr>
            <p:cNvSpPr/>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20" name="Serbest Biçim: Şekil 14">
              <a:extLst>
                <a:ext uri="{FF2B5EF4-FFF2-40B4-BE49-F238E27FC236}">
                  <a16:creationId xmlns:a16="http://schemas.microsoft.com/office/drawing/2014/main" id="{3C401887-78BB-448B-80F1-C8D99C8F25B4}"/>
                </a:ext>
              </a:extLst>
            </p:cNvPr>
            <p:cNvSpPr/>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21" name="Serbest Biçim: Şekil 15">
              <a:extLst>
                <a:ext uri="{FF2B5EF4-FFF2-40B4-BE49-F238E27FC236}">
                  <a16:creationId xmlns:a16="http://schemas.microsoft.com/office/drawing/2014/main" id="{44DEADB1-ECC3-4C91-8A42-4B8440DEA49B}"/>
                </a:ext>
              </a:extLst>
            </p:cNvPr>
            <p:cNvSpPr/>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pPr rtl="0"/>
              <a:endParaRPr lang="tr-TR" noProof="0"/>
            </a:p>
          </p:txBody>
        </p:sp>
        <p:sp>
          <p:nvSpPr>
            <p:cNvPr id="22" name="Serbest Biçim: Şekil 16">
              <a:extLst>
                <a:ext uri="{FF2B5EF4-FFF2-40B4-BE49-F238E27FC236}">
                  <a16:creationId xmlns:a16="http://schemas.microsoft.com/office/drawing/2014/main" id="{47CC59C4-2B0F-4C73-ABC9-BB2A900B44AB}"/>
                </a:ext>
              </a:extLst>
            </p:cNvPr>
            <p:cNvSpPr/>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pPr rtl="0"/>
              <a:endParaRPr lang="tr-TR" noProof="0"/>
            </a:p>
          </p:txBody>
        </p:sp>
      </p:grpSp>
    </p:spTree>
    <p:extLst>
      <p:ext uri="{BB962C8B-B14F-4D97-AF65-F5344CB8AC3E}">
        <p14:creationId xmlns:p14="http://schemas.microsoft.com/office/powerpoint/2010/main" val="1959231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B2F7D74-558F-4816-9367-4004FFA2B6A4}"/>
              </a:ext>
            </a:extLst>
          </p:cNvPr>
          <p:cNvSpPr>
            <a:spLocks noGrp="1"/>
          </p:cNvSpPr>
          <p:nvPr>
            <p:ph type="title"/>
          </p:nvPr>
        </p:nvSpPr>
        <p:spPr/>
        <p:txBody>
          <a:bodyPr rtlCol="0"/>
          <a:lstStyle/>
          <a:p>
            <a:pPr rtl="0"/>
            <a:r>
              <a:rPr lang="tr-TR" noProof="0"/>
              <a:t>Asıl başlık stilini düzenlemek için tıklayın</a:t>
            </a:r>
          </a:p>
        </p:txBody>
      </p:sp>
      <p:sp>
        <p:nvSpPr>
          <p:cNvPr id="3" name="İçerik Yer Tutucusu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4" name="İçerik Yer Tutucusu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5" name="Tarih Yer Tutucusu 4">
            <a:extLst>
              <a:ext uri="{FF2B5EF4-FFF2-40B4-BE49-F238E27FC236}">
                <a16:creationId xmlns:a16="http://schemas.microsoft.com/office/drawing/2014/main" id="{09F4C3CA-7962-4B8E-8004-FBD88F0EFAF2}"/>
              </a:ext>
            </a:extLst>
          </p:cNvPr>
          <p:cNvSpPr>
            <a:spLocks noGrp="1"/>
          </p:cNvSpPr>
          <p:nvPr>
            <p:ph type="dt" sz="half" idx="10"/>
          </p:nvPr>
        </p:nvSpPr>
        <p:spPr/>
        <p:txBody>
          <a:bodyPr rtlCol="0"/>
          <a:lstStyle/>
          <a:p>
            <a:pPr rtl="0"/>
            <a:r>
              <a:rPr lang="tr-TR" noProof="0"/>
              <a:t>20XX</a:t>
            </a:r>
          </a:p>
        </p:txBody>
      </p:sp>
      <p:sp>
        <p:nvSpPr>
          <p:cNvPr id="6" name="Alt Bilgi Yer Tutucusu 5">
            <a:extLst>
              <a:ext uri="{FF2B5EF4-FFF2-40B4-BE49-F238E27FC236}">
                <a16:creationId xmlns:a16="http://schemas.microsoft.com/office/drawing/2014/main" id="{BE7B5E76-E101-4994-92F5-1F540EB16AB0}"/>
              </a:ext>
            </a:extLst>
          </p:cNvPr>
          <p:cNvSpPr>
            <a:spLocks noGrp="1"/>
          </p:cNvSpPr>
          <p:nvPr>
            <p:ph type="ftr" sz="quarter" idx="11"/>
          </p:nvPr>
        </p:nvSpPr>
        <p:spPr/>
        <p:txBody>
          <a:bodyPr rtlCol="0"/>
          <a:lstStyle/>
          <a:p>
            <a:pPr rtl="0"/>
            <a:r>
              <a:rPr lang="tr-TR" noProof="0"/>
              <a:t>Sunu başlığı</a:t>
            </a:r>
          </a:p>
        </p:txBody>
      </p:sp>
      <p:sp>
        <p:nvSpPr>
          <p:cNvPr id="7" name="Slayt Numarası Yer Tutucusu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spTree>
    <p:extLst>
      <p:ext uri="{BB962C8B-B14F-4D97-AF65-F5344CB8AC3E}">
        <p14:creationId xmlns:p14="http://schemas.microsoft.com/office/powerpoint/2010/main" val="30106943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A0D1FF5-7EF8-4250-A259-43050ABBD3B6}"/>
              </a:ext>
            </a:extLst>
          </p:cNvPr>
          <p:cNvSpPr>
            <a:spLocks noGrp="1"/>
          </p:cNvSpPr>
          <p:nvPr>
            <p:ph type="title"/>
          </p:nvPr>
        </p:nvSpPr>
        <p:spPr>
          <a:xfrm>
            <a:off x="839788" y="365125"/>
            <a:ext cx="10515600" cy="1325563"/>
          </a:xfrm>
        </p:spPr>
        <p:txBody>
          <a:bodyPr rtlCol="0"/>
          <a:lstStyle/>
          <a:p>
            <a:pPr rtl="0"/>
            <a:r>
              <a:rPr lang="tr-TR" noProof="0"/>
              <a:t>Asıl başlık stilini düzenlemek için tıklayın</a:t>
            </a:r>
          </a:p>
        </p:txBody>
      </p:sp>
      <p:sp>
        <p:nvSpPr>
          <p:cNvPr id="3" name="Metin Yer Tutucusu 2">
            <a:extLst>
              <a:ext uri="{FF2B5EF4-FFF2-40B4-BE49-F238E27FC236}">
                <a16:creationId xmlns:a16="http://schemas.microsoft.com/office/drawing/2014/main" id="{673DC3A9-D4E6-42CF-91A8-F267C7C66CCB}"/>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4" name="İçerik Yer Tutucusu 3">
            <a:extLst>
              <a:ext uri="{FF2B5EF4-FFF2-40B4-BE49-F238E27FC236}">
                <a16:creationId xmlns:a16="http://schemas.microsoft.com/office/drawing/2014/main" id="{C752CCA9-53A3-4DA5-AD45-C2A2C12A3A6A}"/>
              </a:ext>
            </a:extLst>
          </p:cNvPr>
          <p:cNvSpPr>
            <a:spLocks noGrp="1"/>
          </p:cNvSpPr>
          <p:nvPr>
            <p:ph sz="half" idx="2"/>
          </p:nvPr>
        </p:nvSpPr>
        <p:spPr>
          <a:xfrm>
            <a:off x="839788" y="2505075"/>
            <a:ext cx="5157787" cy="3684588"/>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5" name="Metin Yer Tutucusu 4">
            <a:extLst>
              <a:ext uri="{FF2B5EF4-FFF2-40B4-BE49-F238E27FC236}">
                <a16:creationId xmlns:a16="http://schemas.microsoft.com/office/drawing/2014/main" id="{2100C9C6-BD61-4D2C-9146-FB785BAE4FF3}"/>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tr-TR" noProof="0"/>
              <a:t>Asıl metin stillerini düzenlemek için tıklayın</a:t>
            </a:r>
          </a:p>
        </p:txBody>
      </p:sp>
      <p:sp>
        <p:nvSpPr>
          <p:cNvPr id="6" name="İçerik Yer Tutucusu 5">
            <a:extLst>
              <a:ext uri="{FF2B5EF4-FFF2-40B4-BE49-F238E27FC236}">
                <a16:creationId xmlns:a16="http://schemas.microsoft.com/office/drawing/2014/main" id="{E2E342EE-68BB-484D-98C3-48A7847549D4}"/>
              </a:ext>
            </a:extLst>
          </p:cNvPr>
          <p:cNvSpPr>
            <a:spLocks noGrp="1"/>
          </p:cNvSpPr>
          <p:nvPr>
            <p:ph sz="quarter" idx="4"/>
          </p:nvPr>
        </p:nvSpPr>
        <p:spPr>
          <a:xfrm>
            <a:off x="6172200" y="2505075"/>
            <a:ext cx="5183188" cy="3684588"/>
          </a:xfrm>
        </p:spPr>
        <p:txBody>
          <a:bodyPr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7" name="Tarih Yer Tutucusu 6">
            <a:extLst>
              <a:ext uri="{FF2B5EF4-FFF2-40B4-BE49-F238E27FC236}">
                <a16:creationId xmlns:a16="http://schemas.microsoft.com/office/drawing/2014/main" id="{B3940682-7091-4427-B158-074D4A471374}"/>
              </a:ext>
            </a:extLst>
          </p:cNvPr>
          <p:cNvSpPr>
            <a:spLocks noGrp="1"/>
          </p:cNvSpPr>
          <p:nvPr>
            <p:ph type="dt" sz="half" idx="10"/>
          </p:nvPr>
        </p:nvSpPr>
        <p:spPr/>
        <p:txBody>
          <a:bodyPr rtlCol="0"/>
          <a:lstStyle/>
          <a:p>
            <a:pPr rtl="0"/>
            <a:r>
              <a:rPr lang="tr-TR" noProof="0"/>
              <a:t>20XX</a:t>
            </a:r>
          </a:p>
        </p:txBody>
      </p:sp>
      <p:sp>
        <p:nvSpPr>
          <p:cNvPr id="8" name="Alt Bilgi Yer Tutucusu 7">
            <a:extLst>
              <a:ext uri="{FF2B5EF4-FFF2-40B4-BE49-F238E27FC236}">
                <a16:creationId xmlns:a16="http://schemas.microsoft.com/office/drawing/2014/main" id="{3A51CCCC-1589-401D-AE98-FC28716301EF}"/>
              </a:ext>
            </a:extLst>
          </p:cNvPr>
          <p:cNvSpPr>
            <a:spLocks noGrp="1"/>
          </p:cNvSpPr>
          <p:nvPr>
            <p:ph type="ftr" sz="quarter" idx="11"/>
          </p:nvPr>
        </p:nvSpPr>
        <p:spPr/>
        <p:txBody>
          <a:bodyPr rtlCol="0"/>
          <a:lstStyle/>
          <a:p>
            <a:pPr rtl="0"/>
            <a:r>
              <a:rPr lang="tr-TR" noProof="0"/>
              <a:t>Sunu başlığı</a:t>
            </a:r>
          </a:p>
        </p:txBody>
      </p:sp>
      <p:sp>
        <p:nvSpPr>
          <p:cNvPr id="9" name="Slayt Numarası Yer Tutucusu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spTree>
    <p:extLst>
      <p:ext uri="{BB962C8B-B14F-4D97-AF65-F5344CB8AC3E}">
        <p14:creationId xmlns:p14="http://schemas.microsoft.com/office/powerpoint/2010/main" val="40624600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Tarih Yer Tutucusu 1">
            <a:extLst>
              <a:ext uri="{FF2B5EF4-FFF2-40B4-BE49-F238E27FC236}">
                <a16:creationId xmlns:a16="http://schemas.microsoft.com/office/drawing/2014/main" id="{B9C39E44-C8F5-4FD0-8345-FA295CEA603C}"/>
              </a:ext>
            </a:extLst>
          </p:cNvPr>
          <p:cNvSpPr>
            <a:spLocks noGrp="1"/>
          </p:cNvSpPr>
          <p:nvPr>
            <p:ph type="dt" sz="half" idx="10"/>
          </p:nvPr>
        </p:nvSpPr>
        <p:spPr/>
        <p:txBody>
          <a:bodyPr rtlCol="0"/>
          <a:lstStyle/>
          <a:p>
            <a:pPr rtl="0"/>
            <a:r>
              <a:rPr lang="tr-TR" noProof="0"/>
              <a:t>20XX</a:t>
            </a:r>
          </a:p>
        </p:txBody>
      </p:sp>
      <p:sp>
        <p:nvSpPr>
          <p:cNvPr id="3" name="Alt Bilgi Yer Tutucusu 2">
            <a:extLst>
              <a:ext uri="{FF2B5EF4-FFF2-40B4-BE49-F238E27FC236}">
                <a16:creationId xmlns:a16="http://schemas.microsoft.com/office/drawing/2014/main" id="{7AC6CA6E-C1AB-4B24-80C7-A4B12640BE6F}"/>
              </a:ext>
            </a:extLst>
          </p:cNvPr>
          <p:cNvSpPr>
            <a:spLocks noGrp="1"/>
          </p:cNvSpPr>
          <p:nvPr>
            <p:ph type="ftr" sz="quarter" idx="11"/>
          </p:nvPr>
        </p:nvSpPr>
        <p:spPr/>
        <p:txBody>
          <a:bodyPr rtlCol="0"/>
          <a:lstStyle/>
          <a:p>
            <a:pPr rtl="0"/>
            <a:r>
              <a:rPr lang="tr-TR" noProof="0"/>
              <a:t>Sunu başlığı</a:t>
            </a:r>
          </a:p>
        </p:txBody>
      </p:sp>
      <p:sp>
        <p:nvSpPr>
          <p:cNvPr id="4" name="Slayt Numarası Yer Tutucusu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sp>
        <p:nvSpPr>
          <p:cNvPr id="6" name="Dikdörtgen 5">
            <a:extLst>
              <a:ext uri="{FF2B5EF4-FFF2-40B4-BE49-F238E27FC236}">
                <a16:creationId xmlns:a16="http://schemas.microsoft.com/office/drawing/2014/main" id="{858B0A9B-526A-4C0F-9112-3130C41A5DD8}"/>
              </a:ext>
            </a:extLst>
          </p:cNvPr>
          <p:cNvSpPr/>
          <p:nvPr userDrawn="1"/>
        </p:nvSpPr>
        <p:spPr>
          <a:xfrm>
            <a:off x="0" y="7628569"/>
            <a:ext cx="4038600" cy="164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
        <p:nvSpPr>
          <p:cNvPr id="8" name="Dikdörtgen 7">
            <a:extLst>
              <a:ext uri="{FF2B5EF4-FFF2-40B4-BE49-F238E27FC236}">
                <a16:creationId xmlns:a16="http://schemas.microsoft.com/office/drawing/2014/main" id="{E60B472D-4A4C-4AF9-86F1-E43C02D1B18D}"/>
              </a:ext>
            </a:extLst>
          </p:cNvPr>
          <p:cNvSpPr/>
          <p:nvPr userDrawn="1"/>
        </p:nvSpPr>
        <p:spPr>
          <a:xfrm>
            <a:off x="4044950" y="7628569"/>
            <a:ext cx="4038600" cy="16459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
        <p:nvSpPr>
          <p:cNvPr id="10" name="Dikdörtgen 9">
            <a:extLst>
              <a:ext uri="{FF2B5EF4-FFF2-40B4-BE49-F238E27FC236}">
                <a16:creationId xmlns:a16="http://schemas.microsoft.com/office/drawing/2014/main" id="{85B530FA-24B1-40EC-A3FE-19C912C40F2C}"/>
              </a:ext>
            </a:extLst>
          </p:cNvPr>
          <p:cNvSpPr/>
          <p:nvPr userDrawn="1"/>
        </p:nvSpPr>
        <p:spPr>
          <a:xfrm>
            <a:off x="8115300" y="7628569"/>
            <a:ext cx="4038600" cy="164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
        <p:nvSpPr>
          <p:cNvPr id="12" name="Dikdörtgen 11">
            <a:extLst>
              <a:ext uri="{FF2B5EF4-FFF2-40B4-BE49-F238E27FC236}">
                <a16:creationId xmlns:a16="http://schemas.microsoft.com/office/drawing/2014/main" id="{7D39AFF2-4D18-4B42-A6B8-58FABF72093B}"/>
              </a:ext>
            </a:extLst>
          </p:cNvPr>
          <p:cNvSpPr/>
          <p:nvPr userDrawn="1"/>
        </p:nvSpPr>
        <p:spPr>
          <a:xfrm>
            <a:off x="0" y="-990138"/>
            <a:ext cx="3047999" cy="164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
        <p:nvSpPr>
          <p:cNvPr id="14" name="Dikdörtgen 13">
            <a:extLst>
              <a:ext uri="{FF2B5EF4-FFF2-40B4-BE49-F238E27FC236}">
                <a16:creationId xmlns:a16="http://schemas.microsoft.com/office/drawing/2014/main" id="{D64E7FA2-CE13-4C5E-96C1-770D8B206A7A}"/>
              </a:ext>
            </a:extLst>
          </p:cNvPr>
          <p:cNvSpPr/>
          <p:nvPr userDrawn="1"/>
        </p:nvSpPr>
        <p:spPr>
          <a:xfrm>
            <a:off x="3048001" y="-984316"/>
            <a:ext cx="3047999" cy="164590"/>
          </a:xfrm>
          <a:prstGeom prst="rect">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
        <p:nvSpPr>
          <p:cNvPr id="16" name="Dikdörtgen 15">
            <a:extLst>
              <a:ext uri="{FF2B5EF4-FFF2-40B4-BE49-F238E27FC236}">
                <a16:creationId xmlns:a16="http://schemas.microsoft.com/office/drawing/2014/main" id="{567F1754-1A1C-4B4B-96CE-B31AB810622B}"/>
              </a:ext>
            </a:extLst>
          </p:cNvPr>
          <p:cNvSpPr/>
          <p:nvPr userDrawn="1"/>
        </p:nvSpPr>
        <p:spPr>
          <a:xfrm>
            <a:off x="6096000" y="-990138"/>
            <a:ext cx="3047999" cy="1645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
        <p:nvSpPr>
          <p:cNvPr id="18" name="Dikdörtgen 17">
            <a:extLst>
              <a:ext uri="{FF2B5EF4-FFF2-40B4-BE49-F238E27FC236}">
                <a16:creationId xmlns:a16="http://schemas.microsoft.com/office/drawing/2014/main" id="{ECA747AC-FBCD-401F-85D9-F585917BEF6B}"/>
              </a:ext>
            </a:extLst>
          </p:cNvPr>
          <p:cNvSpPr/>
          <p:nvPr userDrawn="1"/>
        </p:nvSpPr>
        <p:spPr>
          <a:xfrm>
            <a:off x="9143999" y="-989389"/>
            <a:ext cx="3047999" cy="164590"/>
          </a:xfrm>
          <a:prstGeom prst="rect">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tr-TR" noProof="0"/>
          </a:p>
        </p:txBody>
      </p:sp>
    </p:spTree>
    <p:extLst>
      <p:ext uri="{BB962C8B-B14F-4D97-AF65-F5344CB8AC3E}">
        <p14:creationId xmlns:p14="http://schemas.microsoft.com/office/powerpoint/2010/main" val="28751072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rtlCol="0" anchor="b"/>
          <a:lstStyle>
            <a:lvl1pPr>
              <a:defRPr sz="3200"/>
            </a:lvl1pPr>
          </a:lstStyle>
          <a:p>
            <a:pPr rtl="0"/>
            <a:r>
              <a:rPr lang="tr-TR" noProof="0"/>
              <a:t>Asıl başlık stilini düzenlemek için tıklayın</a:t>
            </a:r>
          </a:p>
        </p:txBody>
      </p:sp>
      <p:sp>
        <p:nvSpPr>
          <p:cNvPr id="3" name="İçerik Yer Tutucusu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4" name="Metin Yer Tutucusu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tr-TR" noProof="0"/>
              <a:t>Asıl metin stillerini düzenlemek için tıklayın</a:t>
            </a:r>
          </a:p>
        </p:txBody>
      </p:sp>
      <p:sp>
        <p:nvSpPr>
          <p:cNvPr id="5" name="Tarih Yer Tutucusu 4">
            <a:extLst>
              <a:ext uri="{FF2B5EF4-FFF2-40B4-BE49-F238E27FC236}">
                <a16:creationId xmlns:a16="http://schemas.microsoft.com/office/drawing/2014/main" id="{32943841-AE0F-41C9-97CC-D11B02495FEA}"/>
              </a:ext>
            </a:extLst>
          </p:cNvPr>
          <p:cNvSpPr>
            <a:spLocks noGrp="1"/>
          </p:cNvSpPr>
          <p:nvPr>
            <p:ph type="dt" sz="half" idx="10"/>
          </p:nvPr>
        </p:nvSpPr>
        <p:spPr/>
        <p:txBody>
          <a:bodyPr rtlCol="0"/>
          <a:lstStyle/>
          <a:p>
            <a:pPr rtl="0"/>
            <a:r>
              <a:rPr lang="tr-TR" noProof="0"/>
              <a:t>20XX</a:t>
            </a:r>
          </a:p>
        </p:txBody>
      </p:sp>
      <p:sp>
        <p:nvSpPr>
          <p:cNvPr id="6" name="Alt Bilgi Yer Tutucusu 5">
            <a:extLst>
              <a:ext uri="{FF2B5EF4-FFF2-40B4-BE49-F238E27FC236}">
                <a16:creationId xmlns:a16="http://schemas.microsoft.com/office/drawing/2014/main" id="{F5AEF53B-C85C-47DB-ADE4-C1D9FA682945}"/>
              </a:ext>
            </a:extLst>
          </p:cNvPr>
          <p:cNvSpPr>
            <a:spLocks noGrp="1"/>
          </p:cNvSpPr>
          <p:nvPr>
            <p:ph type="ftr" sz="quarter" idx="11"/>
          </p:nvPr>
        </p:nvSpPr>
        <p:spPr/>
        <p:txBody>
          <a:bodyPr rtlCol="0"/>
          <a:lstStyle/>
          <a:p>
            <a:pPr rtl="0"/>
            <a:r>
              <a:rPr lang="tr-TR" noProof="0"/>
              <a:t>Sunu başlığı</a:t>
            </a:r>
          </a:p>
        </p:txBody>
      </p:sp>
      <p:sp>
        <p:nvSpPr>
          <p:cNvPr id="7" name="Slayt Numarası Yer Tutucusu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spTree>
    <p:extLst>
      <p:ext uri="{BB962C8B-B14F-4D97-AF65-F5344CB8AC3E}">
        <p14:creationId xmlns:p14="http://schemas.microsoft.com/office/powerpoint/2010/main" val="7992005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rtlCol="0" anchor="b"/>
          <a:lstStyle>
            <a:lvl1pPr>
              <a:defRPr sz="3200"/>
            </a:lvl1pPr>
          </a:lstStyle>
          <a:p>
            <a:pPr rtl="0"/>
            <a:r>
              <a:rPr lang="tr-TR" noProof="0"/>
              <a:t>Asıl başlık stilini düzenlemek için tıklayın</a:t>
            </a:r>
          </a:p>
        </p:txBody>
      </p:sp>
      <p:sp>
        <p:nvSpPr>
          <p:cNvPr id="3" name="Resim Yer Tutucusu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tr-TR" noProof="0"/>
              <a:t>Resim eklemek için simgeye tıklayın</a:t>
            </a:r>
          </a:p>
        </p:txBody>
      </p:sp>
      <p:sp>
        <p:nvSpPr>
          <p:cNvPr id="4" name="Metin Yer Tutucusu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tr-TR" noProof="0"/>
              <a:t>Asıl metin stillerini düzenlemek için tıklayın</a:t>
            </a:r>
          </a:p>
        </p:txBody>
      </p:sp>
      <p:sp>
        <p:nvSpPr>
          <p:cNvPr id="5" name="Tarih Yer Tutucusu 4">
            <a:extLst>
              <a:ext uri="{FF2B5EF4-FFF2-40B4-BE49-F238E27FC236}">
                <a16:creationId xmlns:a16="http://schemas.microsoft.com/office/drawing/2014/main" id="{4E093048-98A4-4EE6-A653-11BF380C726A}"/>
              </a:ext>
            </a:extLst>
          </p:cNvPr>
          <p:cNvSpPr>
            <a:spLocks noGrp="1"/>
          </p:cNvSpPr>
          <p:nvPr>
            <p:ph type="dt" sz="half" idx="10"/>
          </p:nvPr>
        </p:nvSpPr>
        <p:spPr/>
        <p:txBody>
          <a:bodyPr rtlCol="0"/>
          <a:lstStyle/>
          <a:p>
            <a:pPr rtl="0"/>
            <a:r>
              <a:rPr lang="tr-TR" noProof="0"/>
              <a:t>20XX</a:t>
            </a:r>
          </a:p>
        </p:txBody>
      </p:sp>
      <p:sp>
        <p:nvSpPr>
          <p:cNvPr id="6" name="Alt Bilgi Yer Tutucusu 5">
            <a:extLst>
              <a:ext uri="{FF2B5EF4-FFF2-40B4-BE49-F238E27FC236}">
                <a16:creationId xmlns:a16="http://schemas.microsoft.com/office/drawing/2014/main" id="{08DA4DA3-10C7-48A6-9B15-38222B8CAD42}"/>
              </a:ext>
            </a:extLst>
          </p:cNvPr>
          <p:cNvSpPr>
            <a:spLocks noGrp="1"/>
          </p:cNvSpPr>
          <p:nvPr>
            <p:ph type="ftr" sz="quarter" idx="11"/>
          </p:nvPr>
        </p:nvSpPr>
        <p:spPr/>
        <p:txBody>
          <a:bodyPr rtlCol="0"/>
          <a:lstStyle/>
          <a:p>
            <a:pPr rtl="0"/>
            <a:r>
              <a:rPr lang="tr-TR" noProof="0"/>
              <a:t>Sunu başlığı</a:t>
            </a:r>
          </a:p>
        </p:txBody>
      </p:sp>
      <p:sp>
        <p:nvSpPr>
          <p:cNvPr id="7" name="Slayt Numarası Yer Tutucusu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rtlCol="0"/>
          <a:lstStyle/>
          <a:p>
            <a:pPr rtl="0"/>
            <a:fld id="{294A09A9-5501-47C1-A89A-A340965A2BE2}" type="slidenum">
              <a:rPr lang="tr-TR" noProof="0" smtClean="0"/>
              <a:t>‹#›</a:t>
            </a:fld>
            <a:endParaRPr lang="tr-TR" noProof="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9198F9AA-2C87-421D-97C1-B4248DFDC2C2}"/>
              </a:ext>
            </a:extLst>
          </p:cNvPr>
          <p:cNvSpPr>
            <a:spLocks noGrp="1"/>
          </p:cNvSpPr>
          <p:nvPr>
            <p:ph type="title"/>
          </p:nvPr>
        </p:nvSpPr>
        <p:spPr>
          <a:xfrm>
            <a:off x="841248" y="381000"/>
            <a:ext cx="10972800" cy="1325563"/>
          </a:xfrm>
          <a:prstGeom prst="rect">
            <a:avLst/>
          </a:prstGeom>
        </p:spPr>
        <p:txBody>
          <a:bodyPr vert="horz" lIns="91440" tIns="45720" rIns="91440" bIns="45720" rtlCol="0" anchor="ctr">
            <a:normAutofit/>
          </a:bodyPr>
          <a:lstStyle/>
          <a:p>
            <a:pPr rtl="0"/>
            <a:r>
              <a:rPr lang="tr-TR" noProof="0"/>
              <a:t>Asıl başlık stilini düzenlemek için tıklayın</a:t>
            </a:r>
          </a:p>
        </p:txBody>
      </p:sp>
      <p:sp>
        <p:nvSpPr>
          <p:cNvPr id="3" name="Metin Yer Tutucusu 2">
            <a:extLst>
              <a:ext uri="{FF2B5EF4-FFF2-40B4-BE49-F238E27FC236}">
                <a16:creationId xmlns:a16="http://schemas.microsoft.com/office/drawing/2014/main" id="{AE98FC63-C8D2-4CE6-A3F1-EE8ED24590C4}"/>
              </a:ext>
            </a:extLst>
          </p:cNvPr>
          <p:cNvSpPr>
            <a:spLocks noGrp="1"/>
          </p:cNvSpPr>
          <p:nvPr>
            <p:ph type="body" idx="1"/>
          </p:nvPr>
        </p:nvSpPr>
        <p:spPr>
          <a:xfrm>
            <a:off x="841248" y="1825625"/>
            <a:ext cx="10972800" cy="4351338"/>
          </a:xfrm>
          <a:prstGeom prst="rect">
            <a:avLst/>
          </a:prstGeom>
        </p:spPr>
        <p:txBody>
          <a:bodyPr vert="horz" lIns="91440" tIns="45720" rIns="91440" bIns="45720" rtlCol="0">
            <a:normAutofit/>
          </a:body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p>
        </p:txBody>
      </p:sp>
      <p:sp>
        <p:nvSpPr>
          <p:cNvPr id="4" name="Tarih Yer Tutucusu 3">
            <a:extLst>
              <a:ext uri="{FF2B5EF4-FFF2-40B4-BE49-F238E27FC236}">
                <a16:creationId xmlns:a16="http://schemas.microsoft.com/office/drawing/2014/main" id="{EED77A09-15C2-4E47-948E-AACAFCA47D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lumMod val="50000"/>
                  </a:schemeClr>
                </a:solidFill>
              </a:defRPr>
            </a:lvl1pPr>
          </a:lstStyle>
          <a:p>
            <a:pPr rtl="0"/>
            <a:r>
              <a:rPr lang="tr-TR" noProof="0"/>
              <a:t>20XX</a:t>
            </a:r>
          </a:p>
        </p:txBody>
      </p:sp>
      <p:sp>
        <p:nvSpPr>
          <p:cNvPr id="5" name="Alt Bilgi Yer Tutucusu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lumMod val="50000"/>
                  </a:schemeClr>
                </a:solidFill>
              </a:defRPr>
            </a:lvl1pPr>
          </a:lstStyle>
          <a:p>
            <a:pPr rtl="0"/>
            <a:r>
              <a:rPr lang="tr-TR" noProof="0"/>
              <a:t>Sunu başlığı</a:t>
            </a:r>
          </a:p>
        </p:txBody>
      </p:sp>
      <p:sp>
        <p:nvSpPr>
          <p:cNvPr id="6" name="Slayt Numarası Yer Tutucusu 5">
            <a:extLst>
              <a:ext uri="{FF2B5EF4-FFF2-40B4-BE49-F238E27FC236}">
                <a16:creationId xmlns:a16="http://schemas.microsoft.com/office/drawing/2014/main" id="{CDC57CF0-034F-450D-937C-718D5AF1A0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lumMod val="50000"/>
                  </a:schemeClr>
                </a:solidFill>
              </a:defRPr>
            </a:lvl1pPr>
          </a:lstStyle>
          <a:p>
            <a:pPr rtl="0"/>
            <a:fld id="{294A09A9-5501-47C1-A89A-A340965A2BE2}" type="slidenum">
              <a:rPr lang="tr-TR" noProof="0" smtClean="0"/>
              <a:pPr/>
              <a:t>‹#›</a:t>
            </a:fld>
            <a:endParaRPr lang="tr-TR" noProof="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70" r:id="rId3"/>
    <p:sldLayoutId id="2147483651" r:id="rId4"/>
    <p:sldLayoutId id="2147483654" r:id="rId5"/>
    <p:sldLayoutId id="2147483673" r:id="rId6"/>
    <p:sldLayoutId id="2147483663" r:id="rId7"/>
    <p:sldLayoutId id="2147483667" r:id="rId8"/>
    <p:sldLayoutId id="2147483664" r:id="rId9"/>
    <p:sldLayoutId id="2147483671" r:id="rId10"/>
    <p:sldLayoutId id="2147483672" r:id="rId11"/>
    <p:sldLayoutId id="2147483662" r:id="rId12"/>
    <p:sldLayoutId id="2147483666" r:id="rId13"/>
    <p:sldLayoutId id="2147483660" r:id="rId14"/>
    <p:sldLayoutId id="2147483661" r:id="rId15"/>
    <p:sldLayoutId id="2147483652" r:id="rId16"/>
    <p:sldLayoutId id="2147483653" r:id="rId17"/>
    <p:sldLayoutId id="2147483655" r:id="rId18"/>
    <p:sldLayoutId id="2147483656" r:id="rId19"/>
    <p:sldLayoutId id="2147483657" r:id="rId20"/>
  </p:sldLayoutIdLst>
  <p:hf hdr="0"/>
  <p:txStyles>
    <p:titleStyle>
      <a:lvl1pPr algn="l" defTabSz="914400" rtl="0" eaLnBrk="1" latinLnBrk="0" hangingPunct="1">
        <a:lnSpc>
          <a:spcPct val="90000"/>
        </a:lnSpc>
        <a:spcBef>
          <a:spcPct val="0"/>
        </a:spcBef>
        <a:buNone/>
        <a:defRPr sz="3000" kern="1200" cap="all" spc="30"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528" userDrawn="1">
          <p15:clr>
            <a:srgbClr val="547EBF"/>
          </p15:clr>
        </p15:guide>
        <p15:guide id="4" orient="horz" pos="240" userDrawn="1">
          <p15:clr>
            <a:srgbClr val="547EBF"/>
          </p15:clr>
        </p15:guide>
        <p15:guide id="5" pos="7152" userDrawn="1">
          <p15:clr>
            <a:srgbClr val="547EBF"/>
          </p15:clr>
        </p15:guide>
        <p15:guide id="6" orient="horz" pos="4080" userDrawn="1">
          <p15:clr>
            <a:srgbClr val="547EBF"/>
          </p15:clr>
        </p15:guide>
        <p15:guide id="10" pos="1920" userDrawn="1">
          <p15:clr>
            <a:srgbClr val="547EBF"/>
          </p15:clr>
        </p15:guide>
        <p15:guide id="12" pos="5736" userDrawn="1">
          <p15:clr>
            <a:srgbClr val="547EBF"/>
          </p15:clr>
        </p15:guide>
        <p15:guide id="15" pos="5112" userDrawn="1">
          <p15:clr>
            <a:srgbClr val="9FCC3B"/>
          </p15:clr>
        </p15:guide>
        <p15:guide id="16" pos="2544"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1DF3D98-3C30-4CFC-8643-C81E829C8C25}"/>
              </a:ext>
            </a:extLst>
          </p:cNvPr>
          <p:cNvSpPr>
            <a:spLocks noGrp="1"/>
          </p:cNvSpPr>
          <p:nvPr>
            <p:ph type="ctrTitle"/>
          </p:nvPr>
        </p:nvSpPr>
        <p:spPr>
          <a:xfrm>
            <a:off x="381000" y="3069396"/>
            <a:ext cx="11430000" cy="914400"/>
          </a:xfrm>
        </p:spPr>
        <p:txBody>
          <a:bodyPr rtlCol="0" anchor="b" anchorCtr="0">
            <a:normAutofit fontScale="90000"/>
          </a:bodyPr>
          <a:lstStyle/>
          <a:p>
            <a:pPr rtl="0"/>
            <a:r>
              <a:rPr lang="tr-TR" b="1" i="1" dirty="0">
                <a:solidFill>
                  <a:srgbClr val="2A828C"/>
                </a:solidFill>
                <a:effectLst>
                  <a:outerShdw blurRad="38100" dist="38100" dir="2700000" algn="tl">
                    <a:srgbClr val="000000">
                      <a:alpha val="43137"/>
                    </a:srgbClr>
                  </a:outerShdw>
                </a:effectLst>
              </a:rPr>
              <a:t>İlişkisel ve İlişkisel Olmayan (</a:t>
            </a:r>
            <a:r>
              <a:rPr lang="tr-TR" b="1" i="1" dirty="0" err="1">
                <a:solidFill>
                  <a:srgbClr val="2A828C"/>
                </a:solidFill>
                <a:effectLst>
                  <a:outerShdw blurRad="38100" dist="38100" dir="2700000" algn="tl">
                    <a:srgbClr val="000000">
                      <a:alpha val="43137"/>
                    </a:srgbClr>
                  </a:outerShdw>
                </a:effectLst>
              </a:rPr>
              <a:t>NoSQL</a:t>
            </a:r>
            <a:r>
              <a:rPr lang="tr-TR" b="1" i="1" dirty="0">
                <a:solidFill>
                  <a:srgbClr val="2A828C"/>
                </a:solidFill>
                <a:effectLst>
                  <a:outerShdw blurRad="38100" dist="38100" dir="2700000" algn="tl">
                    <a:srgbClr val="000000">
                      <a:alpha val="43137"/>
                    </a:srgbClr>
                  </a:outerShdw>
                </a:effectLst>
              </a:rPr>
              <a:t>) Veri Tabanı Sistemleri Mimari Performansının Yönetim Bilişim Sistemleri Kapsamında İncelenmesi</a:t>
            </a:r>
          </a:p>
        </p:txBody>
      </p:sp>
      <p:sp>
        <p:nvSpPr>
          <p:cNvPr id="15" name="Metin kutusu 14">
            <a:extLst>
              <a:ext uri="{FF2B5EF4-FFF2-40B4-BE49-F238E27FC236}">
                <a16:creationId xmlns:a16="http://schemas.microsoft.com/office/drawing/2014/main" id="{2CA4AD61-F48F-4C73-9D7D-5AB44CE0EB2D}"/>
              </a:ext>
            </a:extLst>
          </p:cNvPr>
          <p:cNvSpPr txBox="1"/>
          <p:nvPr/>
        </p:nvSpPr>
        <p:spPr>
          <a:xfrm>
            <a:off x="8337958" y="5612235"/>
            <a:ext cx="3473042" cy="830997"/>
          </a:xfrm>
          <a:prstGeom prst="rect">
            <a:avLst/>
          </a:prstGeom>
          <a:noFill/>
        </p:spPr>
        <p:txBody>
          <a:bodyPr wrap="square" rtlCol="0">
            <a:spAutoFit/>
          </a:bodyPr>
          <a:lstStyle/>
          <a:p>
            <a:r>
              <a:rPr lang="tr-TR" sz="2400" b="1" i="1" dirty="0">
                <a:solidFill>
                  <a:srgbClr val="2A828C"/>
                </a:solidFill>
                <a:effectLst>
                  <a:outerShdw blurRad="38100" dist="38100" dir="2700000" algn="tl">
                    <a:srgbClr val="000000">
                      <a:alpha val="43137"/>
                    </a:srgbClr>
                  </a:outerShdw>
                </a:effectLst>
              </a:rPr>
              <a:t>RAMAZAN YARAMIŞLI    </a:t>
            </a:r>
          </a:p>
          <a:p>
            <a:r>
              <a:rPr lang="tr-TR" sz="2400" b="1" i="1" dirty="0">
                <a:solidFill>
                  <a:srgbClr val="2A828C"/>
                </a:solidFill>
                <a:effectLst>
                  <a:outerShdw blurRad="38100" dist="38100" dir="2700000" algn="tl">
                    <a:srgbClr val="000000">
                      <a:alpha val="43137"/>
                    </a:srgbClr>
                  </a:outerShdw>
                </a:effectLst>
              </a:rPr>
              <a:t>       02230224005</a:t>
            </a:r>
          </a:p>
        </p:txBody>
      </p:sp>
    </p:spTree>
    <p:extLst>
      <p:ext uri="{BB962C8B-B14F-4D97-AF65-F5344CB8AC3E}">
        <p14:creationId xmlns:p14="http://schemas.microsoft.com/office/powerpoint/2010/main" val="1386065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2DF434-28DB-4621-A497-D62C41CE0419}"/>
              </a:ext>
            </a:extLst>
          </p:cNvPr>
          <p:cNvSpPr>
            <a:spLocks noGrp="1"/>
          </p:cNvSpPr>
          <p:nvPr>
            <p:ph type="title"/>
          </p:nvPr>
        </p:nvSpPr>
        <p:spPr>
          <a:xfrm>
            <a:off x="841248" y="381000"/>
            <a:ext cx="2552700" cy="1325563"/>
          </a:xfrm>
        </p:spPr>
        <p:txBody>
          <a:bodyPr rtlCol="0"/>
          <a:lstStyle/>
          <a:p>
            <a:pPr rtl="0"/>
            <a:r>
              <a:rPr lang="tr-TR" b="1" i="1" dirty="0">
                <a:solidFill>
                  <a:srgbClr val="2A828C"/>
                </a:solidFill>
                <a:effectLst>
                  <a:outerShdw blurRad="38100" dist="38100" dir="2700000" algn="tl">
                    <a:srgbClr val="000000">
                      <a:alpha val="43137"/>
                    </a:srgbClr>
                  </a:outerShdw>
                </a:effectLst>
              </a:rPr>
              <a:t>giriş</a:t>
            </a:r>
          </a:p>
        </p:txBody>
      </p:sp>
      <p:sp>
        <p:nvSpPr>
          <p:cNvPr id="27" name="Alt Bilgi Yer Tutucusu 26">
            <a:extLst>
              <a:ext uri="{FF2B5EF4-FFF2-40B4-BE49-F238E27FC236}">
                <a16:creationId xmlns:a16="http://schemas.microsoft.com/office/drawing/2014/main" id="{8672DD3E-2D32-4972-8EF6-8778B7807D10}"/>
              </a:ext>
            </a:extLst>
          </p:cNvPr>
          <p:cNvSpPr>
            <a:spLocks noGrp="1"/>
          </p:cNvSpPr>
          <p:nvPr>
            <p:ph type="ftr" sz="quarter" idx="13"/>
          </p:nvPr>
        </p:nvSpPr>
        <p:spPr>
          <a:xfrm>
            <a:off x="4038600" y="6356350"/>
            <a:ext cx="4114800" cy="365125"/>
          </a:xfrm>
        </p:spPr>
        <p:txBody>
          <a:bodyPr rtlCol="0"/>
          <a:lstStyle/>
          <a:p>
            <a:pPr rtl="0"/>
            <a:r>
              <a:rPr lang="tr-TR"/>
              <a:t>Sunu başlığı</a:t>
            </a:r>
          </a:p>
        </p:txBody>
      </p:sp>
      <p:sp>
        <p:nvSpPr>
          <p:cNvPr id="28" name="Slayt Numarası Yer Tutucusu 27">
            <a:extLst>
              <a:ext uri="{FF2B5EF4-FFF2-40B4-BE49-F238E27FC236}">
                <a16:creationId xmlns:a16="http://schemas.microsoft.com/office/drawing/2014/main" id="{016A27EB-BF96-4963-93AA-A9B409137B3A}"/>
              </a:ext>
            </a:extLst>
          </p:cNvPr>
          <p:cNvSpPr>
            <a:spLocks noGrp="1"/>
          </p:cNvSpPr>
          <p:nvPr>
            <p:ph type="sldNum" sz="quarter" idx="14"/>
          </p:nvPr>
        </p:nvSpPr>
        <p:spPr>
          <a:xfrm>
            <a:off x="11636542" y="6480509"/>
            <a:ext cx="1110916" cy="365125"/>
          </a:xfrm>
        </p:spPr>
        <p:txBody>
          <a:bodyPr rtlCol="0"/>
          <a:lstStyle/>
          <a:p>
            <a:pPr rtl="0"/>
            <a:fld id="{294A09A9-5501-47C1-A89A-A340965A2BE2}" type="slidenum">
              <a:rPr lang="tr-TR" smtClean="0"/>
              <a:pPr/>
              <a:t>2</a:t>
            </a:fld>
            <a:endParaRPr lang="tr-TR" dirty="0"/>
          </a:p>
        </p:txBody>
      </p:sp>
      <p:sp>
        <p:nvSpPr>
          <p:cNvPr id="7" name="Metin Yer Tutucusu 6">
            <a:extLst>
              <a:ext uri="{FF2B5EF4-FFF2-40B4-BE49-F238E27FC236}">
                <a16:creationId xmlns:a16="http://schemas.microsoft.com/office/drawing/2014/main" id="{5346B152-912B-4981-9C34-D8421ED838F0}"/>
              </a:ext>
            </a:extLst>
          </p:cNvPr>
          <p:cNvSpPr>
            <a:spLocks noGrp="1"/>
          </p:cNvSpPr>
          <p:nvPr>
            <p:ph type="body" sz="quarter" idx="10"/>
          </p:nvPr>
        </p:nvSpPr>
        <p:spPr>
          <a:xfrm>
            <a:off x="841248" y="1789113"/>
            <a:ext cx="10592946" cy="2696918"/>
          </a:xfrm>
        </p:spPr>
        <p:txBody>
          <a:bodyPr>
            <a:normAutofit fontScale="92500"/>
          </a:bodyPr>
          <a:lstStyle/>
          <a:p>
            <a:r>
              <a:rPr lang="tr-TR" sz="1800" b="1" dirty="0">
                <a:solidFill>
                  <a:schemeClr val="tx1"/>
                </a:solidFill>
              </a:rPr>
              <a:t>Belli başlı bir amaca ulaşmak için veri veya ham bilginin işlenerek ilgililere yarar sağlayacak biçime dönüştürülmüş hali olan bilgi, organizasyonlar tarafından sürekli daha kısa sürede erişilmek istenen en etkili faktör haline gelmiştir. Günümüzde yaşanan bu değişim ve gelişim, verilerin modellenerek saklanmasını ve dolayısıyla veri tabanı kullanımını zorunlu kılmaktadır. Verinin büyüklüğü, miktarı ve karmaşıklığı gibi etkenlere bağlı olarak farklı veri modelleme, veri depolama ve sorgulama yöntemleri geliştirilmiştir. </a:t>
            </a:r>
          </a:p>
          <a:p>
            <a:endParaRPr lang="tr-TR" sz="1800" b="1" dirty="0">
              <a:solidFill>
                <a:schemeClr val="tx1"/>
              </a:solidFill>
            </a:endParaRPr>
          </a:p>
          <a:p>
            <a:r>
              <a:rPr lang="tr-TR" sz="1900" b="1" i="1" dirty="0">
                <a:solidFill>
                  <a:schemeClr val="tx1"/>
                </a:solidFill>
              </a:rPr>
              <a:t>Bu çalışmada “bilişim sistemleri” ve “veri tabanı” kavramları incelenerek ilişkisel ve ilişkisel olmayan veri tabanı yönetim sistemleri mimari performansının detaylı karşılaştırılması yapılması amaçlanmıştır.</a:t>
            </a:r>
          </a:p>
        </p:txBody>
      </p:sp>
      <p:sp>
        <p:nvSpPr>
          <p:cNvPr id="8" name="Slayt Numarası Yer Tutucusu 3">
            <a:extLst>
              <a:ext uri="{FF2B5EF4-FFF2-40B4-BE49-F238E27FC236}">
                <a16:creationId xmlns:a16="http://schemas.microsoft.com/office/drawing/2014/main" id="{335AE533-5576-4D52-BC9B-E239E03ABF11}"/>
              </a:ext>
            </a:extLst>
          </p:cNvPr>
          <p:cNvSpPr txBox="1">
            <a:spLocks/>
          </p:cNvSpPr>
          <p:nvPr/>
        </p:nvSpPr>
        <p:spPr>
          <a:xfrm>
            <a:off x="11845090" y="6538912"/>
            <a:ext cx="2743200" cy="365125"/>
          </a:xfrm>
          <a:prstGeom prst="rect">
            <a:avLst/>
          </a:prstGeom>
        </p:spPr>
        <p:txBody>
          <a:bodyPr vert="horz" lIns="91440" tIns="45720" rIns="91440" bIns="45720" rtlCol="0" anchor="ctr"/>
          <a:lstStyle>
            <a:defPPr rtl="0">
              <a:defRPr lang="tr-TR"/>
            </a:defPPr>
            <a:lvl1pPr marL="0" algn="l" defTabSz="914400" rtl="0" eaLnBrk="1" latinLnBrk="0" hangingPunct="1">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tr-TR" sz="1600" b="1" i="1" smtClean="0">
                <a:solidFill>
                  <a:schemeClr val="tx1"/>
                </a:solidFill>
              </a:rPr>
              <a:pPr/>
              <a:t>2</a:t>
            </a:fld>
            <a:endParaRPr lang="tr-TR" sz="1600" b="1" i="1" dirty="0">
              <a:solidFill>
                <a:schemeClr val="tx1"/>
              </a:solidFill>
            </a:endParaRPr>
          </a:p>
        </p:txBody>
      </p:sp>
    </p:spTree>
    <p:extLst>
      <p:ext uri="{BB962C8B-B14F-4D97-AF65-F5344CB8AC3E}">
        <p14:creationId xmlns:p14="http://schemas.microsoft.com/office/powerpoint/2010/main" val="2447338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2DF434-28DB-4621-A497-D62C41CE0419}"/>
              </a:ext>
            </a:extLst>
          </p:cNvPr>
          <p:cNvSpPr>
            <a:spLocks noGrp="1"/>
          </p:cNvSpPr>
          <p:nvPr>
            <p:ph type="title"/>
          </p:nvPr>
        </p:nvSpPr>
        <p:spPr>
          <a:xfrm>
            <a:off x="3011423" y="-5932"/>
            <a:ext cx="6169153" cy="1325563"/>
          </a:xfrm>
        </p:spPr>
        <p:txBody>
          <a:bodyPr rtlCol="0"/>
          <a:lstStyle/>
          <a:p>
            <a:pPr algn="ctr" rtl="0"/>
            <a:r>
              <a:rPr lang="tr-TR" b="1" i="1" dirty="0">
                <a:solidFill>
                  <a:srgbClr val="2A828C"/>
                </a:solidFill>
                <a:effectLst>
                  <a:outerShdw blurRad="38100" dist="38100" dir="2700000" algn="tl">
                    <a:srgbClr val="000000">
                      <a:alpha val="43137"/>
                    </a:srgbClr>
                  </a:outerShdw>
                </a:effectLst>
              </a:rPr>
              <a:t>BİLİŞİM SİSTEMLERİ VE YÖNETİMİ </a:t>
            </a:r>
          </a:p>
        </p:txBody>
      </p:sp>
      <p:sp>
        <p:nvSpPr>
          <p:cNvPr id="27" name="Alt Bilgi Yer Tutucusu 26">
            <a:extLst>
              <a:ext uri="{FF2B5EF4-FFF2-40B4-BE49-F238E27FC236}">
                <a16:creationId xmlns:a16="http://schemas.microsoft.com/office/drawing/2014/main" id="{8672DD3E-2D32-4972-8EF6-8778B7807D10}"/>
              </a:ext>
            </a:extLst>
          </p:cNvPr>
          <p:cNvSpPr>
            <a:spLocks noGrp="1"/>
          </p:cNvSpPr>
          <p:nvPr>
            <p:ph type="ftr" sz="quarter" idx="13"/>
          </p:nvPr>
        </p:nvSpPr>
        <p:spPr>
          <a:xfrm>
            <a:off x="4038600" y="6356350"/>
            <a:ext cx="4114800" cy="365125"/>
          </a:xfrm>
        </p:spPr>
        <p:txBody>
          <a:bodyPr rtlCol="0"/>
          <a:lstStyle/>
          <a:p>
            <a:pPr rtl="0"/>
            <a:r>
              <a:rPr lang="tr-TR"/>
              <a:t>Sunu başlığı</a:t>
            </a:r>
          </a:p>
        </p:txBody>
      </p:sp>
      <p:sp>
        <p:nvSpPr>
          <p:cNvPr id="28" name="Slayt Numarası Yer Tutucusu 27">
            <a:extLst>
              <a:ext uri="{FF2B5EF4-FFF2-40B4-BE49-F238E27FC236}">
                <a16:creationId xmlns:a16="http://schemas.microsoft.com/office/drawing/2014/main" id="{016A27EB-BF96-4963-93AA-A9B409137B3A}"/>
              </a:ext>
            </a:extLst>
          </p:cNvPr>
          <p:cNvSpPr>
            <a:spLocks noGrp="1"/>
          </p:cNvSpPr>
          <p:nvPr>
            <p:ph type="sldNum" sz="quarter" idx="14"/>
          </p:nvPr>
        </p:nvSpPr>
        <p:spPr>
          <a:xfrm>
            <a:off x="8610600" y="6356350"/>
            <a:ext cx="2743200" cy="365125"/>
          </a:xfrm>
        </p:spPr>
        <p:txBody>
          <a:bodyPr rtlCol="0"/>
          <a:lstStyle/>
          <a:p>
            <a:pPr rtl="0"/>
            <a:fld id="{294A09A9-5501-47C1-A89A-A340965A2BE2}" type="slidenum">
              <a:rPr lang="tr-TR" smtClean="0"/>
              <a:pPr rtl="0"/>
              <a:t>3</a:t>
            </a:fld>
            <a:endParaRPr lang="tr-TR"/>
          </a:p>
        </p:txBody>
      </p:sp>
      <p:sp>
        <p:nvSpPr>
          <p:cNvPr id="7" name="Metin Yer Tutucusu 6">
            <a:extLst>
              <a:ext uri="{FF2B5EF4-FFF2-40B4-BE49-F238E27FC236}">
                <a16:creationId xmlns:a16="http://schemas.microsoft.com/office/drawing/2014/main" id="{5346B152-912B-4981-9C34-D8421ED838F0}"/>
              </a:ext>
            </a:extLst>
          </p:cNvPr>
          <p:cNvSpPr>
            <a:spLocks noGrp="1"/>
          </p:cNvSpPr>
          <p:nvPr>
            <p:ph type="body" sz="quarter" idx="10"/>
          </p:nvPr>
        </p:nvSpPr>
        <p:spPr>
          <a:xfrm>
            <a:off x="176463" y="1600117"/>
            <a:ext cx="5229727" cy="4481679"/>
          </a:xfrm>
        </p:spPr>
        <p:txBody>
          <a:bodyPr>
            <a:normAutofit/>
          </a:bodyPr>
          <a:lstStyle/>
          <a:p>
            <a:r>
              <a:rPr lang="tr-TR" sz="2000" b="1" i="1" dirty="0">
                <a:solidFill>
                  <a:schemeClr val="tx1"/>
                </a:solidFill>
              </a:rPr>
              <a:t>Bilişim sistemi, organizasyonlarda karar verme aşamasına kadar bilgiyi toplamak, düzenlemek, işlemek ve saklamak olarak tanımlanır. Bilişim sistemlerinde üç aktivite bilgiyi üretmek için gereklidir. Bu aktiviteler: girdi, işlem ve çıktıdır. Girdi, organizasyonun içinden veya dış çevresinden, ham bilgileri (veriyi) toplamaktır. İşlem, ham veriyi daha anlamlı hale çevirir. Çıktı, işlenmiş olan bilgiyi, kullanılacak aktivitelere veya insanlara aktarır.</a:t>
            </a:r>
          </a:p>
        </p:txBody>
      </p:sp>
      <p:pic>
        <p:nvPicPr>
          <p:cNvPr id="6" name="Resim 5">
            <a:extLst>
              <a:ext uri="{FF2B5EF4-FFF2-40B4-BE49-F238E27FC236}">
                <a16:creationId xmlns:a16="http://schemas.microsoft.com/office/drawing/2014/main" id="{EBB0D891-12EB-42B1-B65C-4DDAE557AF35}"/>
              </a:ext>
            </a:extLst>
          </p:cNvPr>
          <p:cNvPicPr>
            <a:picLocks noChangeAspect="1"/>
          </p:cNvPicPr>
          <p:nvPr/>
        </p:nvPicPr>
        <p:blipFill>
          <a:blip r:embed="rId3"/>
          <a:stretch>
            <a:fillRect/>
          </a:stretch>
        </p:blipFill>
        <p:spPr>
          <a:xfrm>
            <a:off x="6645720" y="1594185"/>
            <a:ext cx="5369817" cy="4250475"/>
          </a:xfrm>
          <a:prstGeom prst="rect">
            <a:avLst/>
          </a:prstGeom>
        </p:spPr>
      </p:pic>
      <p:sp>
        <p:nvSpPr>
          <p:cNvPr id="12" name="Slayt Numarası Yer Tutucusu 3">
            <a:extLst>
              <a:ext uri="{FF2B5EF4-FFF2-40B4-BE49-F238E27FC236}">
                <a16:creationId xmlns:a16="http://schemas.microsoft.com/office/drawing/2014/main" id="{C6792267-133A-4D0E-A00F-81A908FD78EF}"/>
              </a:ext>
            </a:extLst>
          </p:cNvPr>
          <p:cNvSpPr txBox="1">
            <a:spLocks/>
          </p:cNvSpPr>
          <p:nvPr/>
        </p:nvSpPr>
        <p:spPr>
          <a:xfrm>
            <a:off x="11811000" y="6446336"/>
            <a:ext cx="2743200" cy="365125"/>
          </a:xfrm>
          <a:prstGeom prst="rect">
            <a:avLst/>
          </a:prstGeom>
        </p:spPr>
        <p:txBody>
          <a:bodyPr vert="horz" lIns="91440" tIns="45720" rIns="91440" bIns="45720" rtlCol="0" anchor="ctr"/>
          <a:lstStyle>
            <a:defPPr rtl="0">
              <a:defRPr lang="tr-TR"/>
            </a:defPPr>
            <a:lvl1pPr marL="0" algn="l" defTabSz="914400" rtl="0" eaLnBrk="1" latinLnBrk="0" hangingPunct="1">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tr-TR" sz="1600" b="1" i="1" smtClean="0">
                <a:solidFill>
                  <a:schemeClr val="tx1"/>
                </a:solidFill>
              </a:rPr>
              <a:pPr/>
              <a:t>3</a:t>
            </a:fld>
            <a:endParaRPr lang="tr-TR" sz="1600" b="1" i="1" dirty="0">
              <a:solidFill>
                <a:schemeClr val="tx1"/>
              </a:solidFill>
            </a:endParaRPr>
          </a:p>
        </p:txBody>
      </p:sp>
    </p:spTree>
    <p:extLst>
      <p:ext uri="{BB962C8B-B14F-4D97-AF65-F5344CB8AC3E}">
        <p14:creationId xmlns:p14="http://schemas.microsoft.com/office/powerpoint/2010/main" val="1655526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2DF434-28DB-4621-A497-D62C41CE0419}"/>
              </a:ext>
            </a:extLst>
          </p:cNvPr>
          <p:cNvSpPr>
            <a:spLocks noGrp="1"/>
          </p:cNvSpPr>
          <p:nvPr>
            <p:ph type="title"/>
          </p:nvPr>
        </p:nvSpPr>
        <p:spPr>
          <a:xfrm>
            <a:off x="1989221" y="-1"/>
            <a:ext cx="6801854" cy="1325563"/>
          </a:xfrm>
        </p:spPr>
        <p:txBody>
          <a:bodyPr rtlCol="0"/>
          <a:lstStyle/>
          <a:p>
            <a:pPr algn="ctr" rtl="0"/>
            <a:r>
              <a:rPr lang="tr-TR" b="1" i="1" dirty="0">
                <a:solidFill>
                  <a:srgbClr val="2A828C"/>
                </a:solidFill>
                <a:effectLst>
                  <a:outerShdw blurRad="38100" dist="38100" dir="2700000" algn="tl">
                    <a:srgbClr val="000000">
                      <a:alpha val="43137"/>
                    </a:srgbClr>
                  </a:outerShdw>
                </a:effectLst>
              </a:rPr>
              <a:t>VERİ TABANI VE VERİ TABANI YÖNETİM SİSTEMLERİ</a:t>
            </a:r>
          </a:p>
        </p:txBody>
      </p:sp>
      <p:sp>
        <p:nvSpPr>
          <p:cNvPr id="27" name="Alt Bilgi Yer Tutucusu 26">
            <a:extLst>
              <a:ext uri="{FF2B5EF4-FFF2-40B4-BE49-F238E27FC236}">
                <a16:creationId xmlns:a16="http://schemas.microsoft.com/office/drawing/2014/main" id="{8672DD3E-2D32-4972-8EF6-8778B7807D10}"/>
              </a:ext>
            </a:extLst>
          </p:cNvPr>
          <p:cNvSpPr>
            <a:spLocks noGrp="1"/>
          </p:cNvSpPr>
          <p:nvPr>
            <p:ph type="ftr" sz="quarter" idx="13"/>
          </p:nvPr>
        </p:nvSpPr>
        <p:spPr>
          <a:xfrm>
            <a:off x="4038600" y="6356350"/>
            <a:ext cx="4114800" cy="365125"/>
          </a:xfrm>
        </p:spPr>
        <p:txBody>
          <a:bodyPr rtlCol="0"/>
          <a:lstStyle/>
          <a:p>
            <a:pPr rtl="0"/>
            <a:r>
              <a:rPr lang="tr-TR"/>
              <a:t>Sunu başlığı</a:t>
            </a:r>
          </a:p>
        </p:txBody>
      </p:sp>
      <p:sp>
        <p:nvSpPr>
          <p:cNvPr id="28" name="Slayt Numarası Yer Tutucusu 27">
            <a:extLst>
              <a:ext uri="{FF2B5EF4-FFF2-40B4-BE49-F238E27FC236}">
                <a16:creationId xmlns:a16="http://schemas.microsoft.com/office/drawing/2014/main" id="{016A27EB-BF96-4963-93AA-A9B409137B3A}"/>
              </a:ext>
            </a:extLst>
          </p:cNvPr>
          <p:cNvSpPr>
            <a:spLocks noGrp="1"/>
          </p:cNvSpPr>
          <p:nvPr>
            <p:ph type="sldNum" sz="quarter" idx="14"/>
          </p:nvPr>
        </p:nvSpPr>
        <p:spPr>
          <a:xfrm>
            <a:off x="8610600" y="6356350"/>
            <a:ext cx="2743200" cy="365125"/>
          </a:xfrm>
        </p:spPr>
        <p:txBody>
          <a:bodyPr rtlCol="0"/>
          <a:lstStyle/>
          <a:p>
            <a:pPr rtl="0"/>
            <a:fld id="{294A09A9-5501-47C1-A89A-A340965A2BE2}" type="slidenum">
              <a:rPr lang="tr-TR" b="1" smtClean="0"/>
              <a:pPr rtl="0"/>
              <a:t>4</a:t>
            </a:fld>
            <a:endParaRPr lang="tr-TR" b="1"/>
          </a:p>
        </p:txBody>
      </p:sp>
      <p:sp>
        <p:nvSpPr>
          <p:cNvPr id="7" name="Metin Yer Tutucusu 6">
            <a:extLst>
              <a:ext uri="{FF2B5EF4-FFF2-40B4-BE49-F238E27FC236}">
                <a16:creationId xmlns:a16="http://schemas.microsoft.com/office/drawing/2014/main" id="{5346B152-912B-4981-9C34-D8421ED838F0}"/>
              </a:ext>
            </a:extLst>
          </p:cNvPr>
          <p:cNvSpPr>
            <a:spLocks noGrp="1"/>
          </p:cNvSpPr>
          <p:nvPr>
            <p:ph type="body" sz="quarter" idx="10"/>
          </p:nvPr>
        </p:nvSpPr>
        <p:spPr>
          <a:xfrm>
            <a:off x="160421" y="1600117"/>
            <a:ext cx="5229727" cy="4481679"/>
          </a:xfrm>
        </p:spPr>
        <p:txBody>
          <a:bodyPr>
            <a:normAutofit/>
          </a:bodyPr>
          <a:lstStyle/>
          <a:p>
            <a:r>
              <a:rPr lang="tr-TR" sz="2000" b="1" i="1" dirty="0">
                <a:solidFill>
                  <a:schemeClr val="tx1"/>
                </a:solidFill>
              </a:rPr>
              <a:t>Veri tabanı en genel tanımıyla, kullanım amacına uygun olarak düzenlenmiş veriler topluluğudur. Birbirleriyle ilişkileri olan verilerin tutulduğu, mantıksal ve fiziksel olarak tanımlarının olduğu bilgi depolarıdır.</a:t>
            </a:r>
          </a:p>
          <a:p>
            <a:r>
              <a:rPr lang="tr-TR" sz="2000" b="1" i="1" dirty="0">
                <a:solidFill>
                  <a:schemeClr val="tx1"/>
                </a:solidFill>
              </a:rPr>
              <a:t>Veri tabanı yönetim sistemleri, verilere aynı anda birden çok bağlantı sağlayabilme özelliği sağlar</a:t>
            </a:r>
            <a:r>
              <a:rPr lang="tr-TR" sz="2400" b="1" i="1" dirty="0">
                <a:solidFill>
                  <a:schemeClr val="tx1"/>
                </a:solidFill>
              </a:rPr>
              <a:t>.</a:t>
            </a:r>
          </a:p>
          <a:p>
            <a:r>
              <a:rPr lang="tr-TR" sz="2000" b="1" i="1" dirty="0">
                <a:solidFill>
                  <a:schemeClr val="tx1"/>
                </a:solidFill>
              </a:rPr>
              <a:t>Veri tabanı, VTYS ve uygulama programlarını ile kullanıcı ara yüzlerini içeren yapıya “veri tabanı sistemi (VTS)” denir.</a:t>
            </a:r>
          </a:p>
        </p:txBody>
      </p:sp>
      <p:pic>
        <p:nvPicPr>
          <p:cNvPr id="4" name="Resim 3">
            <a:extLst>
              <a:ext uri="{FF2B5EF4-FFF2-40B4-BE49-F238E27FC236}">
                <a16:creationId xmlns:a16="http://schemas.microsoft.com/office/drawing/2014/main" id="{51D99F11-A501-4EB3-87B9-D2DC01E19D4D}"/>
              </a:ext>
            </a:extLst>
          </p:cNvPr>
          <p:cNvPicPr>
            <a:picLocks noChangeAspect="1"/>
          </p:cNvPicPr>
          <p:nvPr/>
        </p:nvPicPr>
        <p:blipFill>
          <a:blip r:embed="rId3"/>
          <a:stretch>
            <a:fillRect/>
          </a:stretch>
        </p:blipFill>
        <p:spPr>
          <a:xfrm>
            <a:off x="6796341" y="1325562"/>
            <a:ext cx="5235238" cy="5220366"/>
          </a:xfrm>
          <a:prstGeom prst="rect">
            <a:avLst/>
          </a:prstGeom>
        </p:spPr>
      </p:pic>
      <p:sp>
        <p:nvSpPr>
          <p:cNvPr id="11" name="Slayt Numarası Yer Tutucusu 3">
            <a:extLst>
              <a:ext uri="{FF2B5EF4-FFF2-40B4-BE49-F238E27FC236}">
                <a16:creationId xmlns:a16="http://schemas.microsoft.com/office/drawing/2014/main" id="{8AB8E3FF-1921-449A-A845-BFD12C7AD54D}"/>
              </a:ext>
            </a:extLst>
          </p:cNvPr>
          <p:cNvSpPr txBox="1">
            <a:spLocks/>
          </p:cNvSpPr>
          <p:nvPr/>
        </p:nvSpPr>
        <p:spPr>
          <a:xfrm>
            <a:off x="11811000" y="6493624"/>
            <a:ext cx="2743200" cy="365125"/>
          </a:xfrm>
          <a:prstGeom prst="rect">
            <a:avLst/>
          </a:prstGeom>
        </p:spPr>
        <p:txBody>
          <a:bodyPr vert="horz" lIns="91440" tIns="45720" rIns="91440" bIns="45720" rtlCol="0" anchor="ctr"/>
          <a:lstStyle>
            <a:defPPr rtl="0">
              <a:defRPr lang="tr-TR"/>
            </a:defPPr>
            <a:lvl1pPr marL="0" algn="l" defTabSz="914400" rtl="0" eaLnBrk="1" latinLnBrk="0" hangingPunct="1">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tr-TR" sz="1600" b="1" i="1" smtClean="0">
                <a:solidFill>
                  <a:schemeClr val="tx1"/>
                </a:solidFill>
              </a:rPr>
              <a:pPr/>
              <a:t>4</a:t>
            </a:fld>
            <a:endParaRPr lang="tr-TR" sz="1600" b="1" i="1" dirty="0">
              <a:solidFill>
                <a:schemeClr val="tx1"/>
              </a:solidFill>
            </a:endParaRPr>
          </a:p>
        </p:txBody>
      </p:sp>
    </p:spTree>
    <p:extLst>
      <p:ext uri="{BB962C8B-B14F-4D97-AF65-F5344CB8AC3E}">
        <p14:creationId xmlns:p14="http://schemas.microsoft.com/office/powerpoint/2010/main" val="2817175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2DF434-28DB-4621-A497-D62C41CE0419}"/>
              </a:ext>
            </a:extLst>
          </p:cNvPr>
          <p:cNvSpPr>
            <a:spLocks noGrp="1"/>
          </p:cNvSpPr>
          <p:nvPr>
            <p:ph type="title"/>
          </p:nvPr>
        </p:nvSpPr>
        <p:spPr>
          <a:xfrm>
            <a:off x="2695073" y="0"/>
            <a:ext cx="6801854" cy="1325563"/>
          </a:xfrm>
        </p:spPr>
        <p:txBody>
          <a:bodyPr rtlCol="0"/>
          <a:lstStyle/>
          <a:p>
            <a:pPr algn="ctr" rtl="0"/>
            <a:r>
              <a:rPr lang="tr-TR" b="1" i="1" dirty="0">
                <a:solidFill>
                  <a:srgbClr val="2A828C"/>
                </a:solidFill>
                <a:effectLst>
                  <a:outerShdw blurRad="38100" dist="38100" dir="2700000" algn="tl">
                    <a:srgbClr val="000000">
                      <a:alpha val="43137"/>
                    </a:srgbClr>
                  </a:outerShdw>
                </a:effectLst>
              </a:rPr>
              <a:t>VERİ TABANI VE VERİ TABANI YÖNETİM SİSTEMLERİ</a:t>
            </a:r>
          </a:p>
        </p:txBody>
      </p:sp>
      <p:sp>
        <p:nvSpPr>
          <p:cNvPr id="27" name="Alt Bilgi Yer Tutucusu 26">
            <a:extLst>
              <a:ext uri="{FF2B5EF4-FFF2-40B4-BE49-F238E27FC236}">
                <a16:creationId xmlns:a16="http://schemas.microsoft.com/office/drawing/2014/main" id="{8672DD3E-2D32-4972-8EF6-8778B7807D10}"/>
              </a:ext>
            </a:extLst>
          </p:cNvPr>
          <p:cNvSpPr>
            <a:spLocks noGrp="1"/>
          </p:cNvSpPr>
          <p:nvPr>
            <p:ph type="ftr" sz="quarter" idx="13"/>
          </p:nvPr>
        </p:nvSpPr>
        <p:spPr>
          <a:xfrm>
            <a:off x="4038600" y="6356350"/>
            <a:ext cx="4114800" cy="365125"/>
          </a:xfrm>
        </p:spPr>
        <p:txBody>
          <a:bodyPr rtlCol="0"/>
          <a:lstStyle/>
          <a:p>
            <a:pPr rtl="0"/>
            <a:r>
              <a:rPr lang="tr-TR"/>
              <a:t>Sunu başlığı</a:t>
            </a:r>
          </a:p>
        </p:txBody>
      </p:sp>
      <p:sp>
        <p:nvSpPr>
          <p:cNvPr id="28" name="Slayt Numarası Yer Tutucusu 27">
            <a:extLst>
              <a:ext uri="{FF2B5EF4-FFF2-40B4-BE49-F238E27FC236}">
                <a16:creationId xmlns:a16="http://schemas.microsoft.com/office/drawing/2014/main" id="{016A27EB-BF96-4963-93AA-A9B409137B3A}"/>
              </a:ext>
            </a:extLst>
          </p:cNvPr>
          <p:cNvSpPr>
            <a:spLocks noGrp="1"/>
          </p:cNvSpPr>
          <p:nvPr>
            <p:ph type="sldNum" sz="quarter" idx="14"/>
          </p:nvPr>
        </p:nvSpPr>
        <p:spPr>
          <a:xfrm>
            <a:off x="8610600" y="6356350"/>
            <a:ext cx="2743200" cy="365125"/>
          </a:xfrm>
        </p:spPr>
        <p:txBody>
          <a:bodyPr rtlCol="0"/>
          <a:lstStyle/>
          <a:p>
            <a:pPr rtl="0"/>
            <a:fld id="{294A09A9-5501-47C1-A89A-A340965A2BE2}" type="slidenum">
              <a:rPr lang="tr-TR" b="1" smtClean="0"/>
              <a:pPr rtl="0"/>
              <a:t>5</a:t>
            </a:fld>
            <a:endParaRPr lang="tr-TR" b="1"/>
          </a:p>
        </p:txBody>
      </p:sp>
      <p:sp>
        <p:nvSpPr>
          <p:cNvPr id="7" name="Metin Yer Tutucusu 6">
            <a:extLst>
              <a:ext uri="{FF2B5EF4-FFF2-40B4-BE49-F238E27FC236}">
                <a16:creationId xmlns:a16="http://schemas.microsoft.com/office/drawing/2014/main" id="{5346B152-912B-4981-9C34-D8421ED838F0}"/>
              </a:ext>
            </a:extLst>
          </p:cNvPr>
          <p:cNvSpPr>
            <a:spLocks noGrp="1"/>
          </p:cNvSpPr>
          <p:nvPr>
            <p:ph type="body" sz="quarter" idx="10"/>
          </p:nvPr>
        </p:nvSpPr>
        <p:spPr>
          <a:xfrm>
            <a:off x="160421" y="1600118"/>
            <a:ext cx="7058526" cy="4756232"/>
          </a:xfrm>
        </p:spPr>
        <p:txBody>
          <a:bodyPr>
            <a:normAutofit/>
          </a:bodyPr>
          <a:lstStyle/>
          <a:p>
            <a:r>
              <a:rPr lang="tr-TR" sz="2000" b="1" i="1" dirty="0">
                <a:solidFill>
                  <a:schemeClr val="tx1"/>
                </a:solidFill>
              </a:rPr>
              <a:t>Veri tabanı modellerini sekiz kategoriye ayırabiliriz, bunların bazılarını özetlemek gerekirse:</a:t>
            </a:r>
          </a:p>
          <a:p>
            <a:r>
              <a:rPr lang="tr-TR" sz="2000" b="1" i="1" dirty="0">
                <a:solidFill>
                  <a:srgbClr val="2A828C"/>
                </a:solidFill>
              </a:rPr>
              <a:t>Düz model veya tablo modeli: </a:t>
            </a:r>
            <a:r>
              <a:rPr lang="tr-TR" sz="2000" b="1" i="1" dirty="0">
                <a:solidFill>
                  <a:schemeClr val="tx1"/>
                </a:solidFill>
              </a:rPr>
              <a:t>İki boyutlu veri grubundan oluşur. Sütunlarda verilerin benzer özellikleri, satırlarda ise veri grupları yer alır. Böyle bir veri tabanında her satırda bir kullanıcıya ait şifre bilgileri, sütunlarda ise tipleri aynı olan veriler yer alır.</a:t>
            </a:r>
          </a:p>
          <a:p>
            <a:r>
              <a:rPr lang="tr-TR" sz="2000" b="1" i="1" dirty="0">
                <a:solidFill>
                  <a:srgbClr val="2A828C"/>
                </a:solidFill>
              </a:rPr>
              <a:t>Hiyerarşik Veri Modeli</a:t>
            </a:r>
            <a:r>
              <a:rPr lang="tr-TR" sz="2000" dirty="0">
                <a:solidFill>
                  <a:schemeClr val="tx1"/>
                </a:solidFill>
              </a:rPr>
              <a:t>: </a:t>
            </a:r>
            <a:r>
              <a:rPr lang="tr-TR" sz="2000" b="1" i="1" dirty="0">
                <a:solidFill>
                  <a:schemeClr val="tx1"/>
                </a:solidFill>
              </a:rPr>
              <a:t>Bu veri tabanının depoladığı yapısal verilere “kayıt” adı verilir ve  Kayıtlar ağaç mimarisi şeklinde yukarıdan aşağı sıralanmaktadır. Kök adı verilen ilk kaydın bir veya daha çok çocuk kayıtları vardır. Çocuk kayıtlarında kendi çocuk kayıtları olabilir. Kök haricinde bütün kayıtların bir ebeveyni vardır.</a:t>
            </a:r>
          </a:p>
        </p:txBody>
      </p:sp>
      <p:sp>
        <p:nvSpPr>
          <p:cNvPr id="11" name="Slayt Numarası Yer Tutucusu 3">
            <a:extLst>
              <a:ext uri="{FF2B5EF4-FFF2-40B4-BE49-F238E27FC236}">
                <a16:creationId xmlns:a16="http://schemas.microsoft.com/office/drawing/2014/main" id="{8AB8E3FF-1921-449A-A845-BFD12C7AD54D}"/>
              </a:ext>
            </a:extLst>
          </p:cNvPr>
          <p:cNvSpPr txBox="1">
            <a:spLocks/>
          </p:cNvSpPr>
          <p:nvPr/>
        </p:nvSpPr>
        <p:spPr>
          <a:xfrm>
            <a:off x="11811000" y="6493624"/>
            <a:ext cx="2743200" cy="365125"/>
          </a:xfrm>
          <a:prstGeom prst="rect">
            <a:avLst/>
          </a:prstGeom>
        </p:spPr>
        <p:txBody>
          <a:bodyPr vert="horz" lIns="91440" tIns="45720" rIns="91440" bIns="45720" rtlCol="0" anchor="ctr"/>
          <a:lstStyle>
            <a:defPPr rtl="0">
              <a:defRPr lang="tr-TR"/>
            </a:defPPr>
            <a:lvl1pPr marL="0" algn="l" defTabSz="914400" rtl="0" eaLnBrk="1" latinLnBrk="0" hangingPunct="1">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tr-TR" sz="1600" b="1" i="1" smtClean="0">
                <a:solidFill>
                  <a:schemeClr val="tx1"/>
                </a:solidFill>
              </a:rPr>
              <a:pPr/>
              <a:t>5</a:t>
            </a:fld>
            <a:endParaRPr lang="tr-TR" sz="1600" b="1" i="1" dirty="0">
              <a:solidFill>
                <a:schemeClr val="tx1"/>
              </a:solidFill>
            </a:endParaRPr>
          </a:p>
        </p:txBody>
      </p:sp>
      <p:pic>
        <p:nvPicPr>
          <p:cNvPr id="9" name="Resim 8">
            <a:extLst>
              <a:ext uri="{FF2B5EF4-FFF2-40B4-BE49-F238E27FC236}">
                <a16:creationId xmlns:a16="http://schemas.microsoft.com/office/drawing/2014/main" id="{166D4BC9-76E6-4638-B03E-4BEA7ADD930C}"/>
              </a:ext>
            </a:extLst>
          </p:cNvPr>
          <p:cNvPicPr>
            <a:picLocks noChangeAspect="1"/>
          </p:cNvPicPr>
          <p:nvPr/>
        </p:nvPicPr>
        <p:blipFill>
          <a:blip r:embed="rId3"/>
          <a:stretch>
            <a:fillRect/>
          </a:stretch>
        </p:blipFill>
        <p:spPr>
          <a:xfrm>
            <a:off x="7010400" y="2191161"/>
            <a:ext cx="5181600" cy="1257961"/>
          </a:xfrm>
          <a:prstGeom prst="rect">
            <a:avLst/>
          </a:prstGeom>
        </p:spPr>
      </p:pic>
      <p:pic>
        <p:nvPicPr>
          <p:cNvPr id="14" name="Resim 13">
            <a:extLst>
              <a:ext uri="{FF2B5EF4-FFF2-40B4-BE49-F238E27FC236}">
                <a16:creationId xmlns:a16="http://schemas.microsoft.com/office/drawing/2014/main" id="{DDA94800-EF29-4094-A4BF-BB404C84622D}"/>
              </a:ext>
            </a:extLst>
          </p:cNvPr>
          <p:cNvPicPr>
            <a:picLocks noChangeAspect="1"/>
          </p:cNvPicPr>
          <p:nvPr/>
        </p:nvPicPr>
        <p:blipFill>
          <a:blip r:embed="rId4"/>
          <a:stretch>
            <a:fillRect/>
          </a:stretch>
        </p:blipFill>
        <p:spPr>
          <a:xfrm>
            <a:off x="7218947" y="3582212"/>
            <a:ext cx="4951347" cy="2358441"/>
          </a:xfrm>
          <a:prstGeom prst="rect">
            <a:avLst/>
          </a:prstGeom>
        </p:spPr>
      </p:pic>
    </p:spTree>
    <p:extLst>
      <p:ext uri="{BB962C8B-B14F-4D97-AF65-F5344CB8AC3E}">
        <p14:creationId xmlns:p14="http://schemas.microsoft.com/office/powerpoint/2010/main" val="1119349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2DF434-28DB-4621-A497-D62C41CE0419}"/>
              </a:ext>
            </a:extLst>
          </p:cNvPr>
          <p:cNvSpPr>
            <a:spLocks noGrp="1"/>
          </p:cNvSpPr>
          <p:nvPr>
            <p:ph type="title"/>
          </p:nvPr>
        </p:nvSpPr>
        <p:spPr>
          <a:xfrm>
            <a:off x="2695073" y="-20967"/>
            <a:ext cx="6801854" cy="1325563"/>
          </a:xfrm>
        </p:spPr>
        <p:txBody>
          <a:bodyPr rtlCol="0"/>
          <a:lstStyle/>
          <a:p>
            <a:pPr algn="ctr" rtl="0"/>
            <a:r>
              <a:rPr lang="tr-TR" b="1" i="1" dirty="0">
                <a:solidFill>
                  <a:srgbClr val="2A828C"/>
                </a:solidFill>
                <a:effectLst>
                  <a:outerShdw blurRad="38100" dist="38100" dir="2700000" algn="tl">
                    <a:srgbClr val="000000">
                      <a:alpha val="43137"/>
                    </a:srgbClr>
                  </a:outerShdw>
                </a:effectLst>
              </a:rPr>
              <a:t>VERİ TABANI VE VERİ TABANI YÖNETİM SİSTEMLERİ</a:t>
            </a:r>
          </a:p>
        </p:txBody>
      </p:sp>
      <p:sp>
        <p:nvSpPr>
          <p:cNvPr id="27" name="Alt Bilgi Yer Tutucusu 26">
            <a:extLst>
              <a:ext uri="{FF2B5EF4-FFF2-40B4-BE49-F238E27FC236}">
                <a16:creationId xmlns:a16="http://schemas.microsoft.com/office/drawing/2014/main" id="{8672DD3E-2D32-4972-8EF6-8778B7807D10}"/>
              </a:ext>
            </a:extLst>
          </p:cNvPr>
          <p:cNvSpPr>
            <a:spLocks noGrp="1"/>
          </p:cNvSpPr>
          <p:nvPr>
            <p:ph type="ftr" sz="quarter" idx="13"/>
          </p:nvPr>
        </p:nvSpPr>
        <p:spPr>
          <a:xfrm>
            <a:off x="4038600" y="6356350"/>
            <a:ext cx="4114800" cy="365125"/>
          </a:xfrm>
        </p:spPr>
        <p:txBody>
          <a:bodyPr rtlCol="0"/>
          <a:lstStyle/>
          <a:p>
            <a:pPr rtl="0"/>
            <a:r>
              <a:rPr lang="tr-TR" dirty="0"/>
              <a:t>Sunu başlığı</a:t>
            </a:r>
          </a:p>
        </p:txBody>
      </p:sp>
      <p:sp>
        <p:nvSpPr>
          <p:cNvPr id="28" name="Slayt Numarası Yer Tutucusu 27">
            <a:extLst>
              <a:ext uri="{FF2B5EF4-FFF2-40B4-BE49-F238E27FC236}">
                <a16:creationId xmlns:a16="http://schemas.microsoft.com/office/drawing/2014/main" id="{016A27EB-BF96-4963-93AA-A9B409137B3A}"/>
              </a:ext>
            </a:extLst>
          </p:cNvPr>
          <p:cNvSpPr>
            <a:spLocks noGrp="1"/>
          </p:cNvSpPr>
          <p:nvPr>
            <p:ph type="sldNum" sz="quarter" idx="14"/>
          </p:nvPr>
        </p:nvSpPr>
        <p:spPr>
          <a:xfrm>
            <a:off x="8610600" y="6356350"/>
            <a:ext cx="2743200" cy="365125"/>
          </a:xfrm>
        </p:spPr>
        <p:txBody>
          <a:bodyPr rtlCol="0"/>
          <a:lstStyle/>
          <a:p>
            <a:pPr rtl="0"/>
            <a:fld id="{294A09A9-5501-47C1-A89A-A340965A2BE2}" type="slidenum">
              <a:rPr lang="tr-TR" b="1" smtClean="0"/>
              <a:pPr rtl="0"/>
              <a:t>6</a:t>
            </a:fld>
            <a:endParaRPr lang="tr-TR" b="1"/>
          </a:p>
        </p:txBody>
      </p:sp>
      <p:sp>
        <p:nvSpPr>
          <p:cNvPr id="7" name="Metin Yer Tutucusu 6">
            <a:extLst>
              <a:ext uri="{FF2B5EF4-FFF2-40B4-BE49-F238E27FC236}">
                <a16:creationId xmlns:a16="http://schemas.microsoft.com/office/drawing/2014/main" id="{5346B152-912B-4981-9C34-D8421ED838F0}"/>
              </a:ext>
            </a:extLst>
          </p:cNvPr>
          <p:cNvSpPr>
            <a:spLocks noGrp="1"/>
          </p:cNvSpPr>
          <p:nvPr>
            <p:ph type="body" sz="quarter" idx="10"/>
          </p:nvPr>
        </p:nvSpPr>
        <p:spPr>
          <a:xfrm>
            <a:off x="160421" y="1600118"/>
            <a:ext cx="7058526" cy="4756232"/>
          </a:xfrm>
        </p:spPr>
        <p:txBody>
          <a:bodyPr>
            <a:normAutofit/>
          </a:bodyPr>
          <a:lstStyle/>
          <a:p>
            <a:r>
              <a:rPr lang="tr-TR" sz="2000" b="1" i="1" dirty="0">
                <a:solidFill>
                  <a:srgbClr val="2A828C"/>
                </a:solidFill>
              </a:rPr>
              <a:t>Nesne Yönelimli Veri Modeli: </a:t>
            </a:r>
            <a:r>
              <a:rPr lang="tr-TR" sz="2000" b="1" i="1" dirty="0">
                <a:solidFill>
                  <a:schemeClr val="tx1"/>
                </a:solidFill>
              </a:rPr>
              <a:t>Nesne yönelimli programlamaya dayanan veri modelidir. Diğer veri modellerine göre sonradan ortaya çıkmıştır fakat başarısını ortaya koymuştur.</a:t>
            </a:r>
          </a:p>
          <a:p>
            <a:endParaRPr lang="tr-TR" sz="2000" b="1" i="1" dirty="0">
              <a:solidFill>
                <a:schemeClr val="tx1"/>
              </a:solidFill>
            </a:endParaRPr>
          </a:p>
          <a:p>
            <a:endParaRPr lang="tr-TR" sz="2000" b="1" i="1" dirty="0">
              <a:solidFill>
                <a:schemeClr val="tx1"/>
              </a:solidFill>
            </a:endParaRPr>
          </a:p>
          <a:p>
            <a:r>
              <a:rPr lang="tr-TR" sz="2000" b="1" i="1" dirty="0">
                <a:solidFill>
                  <a:srgbClr val="2A828C"/>
                </a:solidFill>
              </a:rPr>
              <a:t>İlişkisel Veri Modeli: </a:t>
            </a:r>
            <a:r>
              <a:rPr lang="tr-TR" sz="2000" b="1" i="1" dirty="0">
                <a:solidFill>
                  <a:schemeClr val="tx1"/>
                </a:solidFill>
              </a:rPr>
              <a:t>İlişkisel veri modelinin temel kavramı, ilişkidir. Dolayısıyla, ilişkisel bir veri tabanı, çeşitli ilişki örneklerinden oluşur. Kavramsal olarak ilişkiler, satır ve sütunlardan oluşan iki boyutlu tablolarla karakterize edilir. Tablonun her satırı birbiriyle ilişkili veriler topluluğudur. Sütunlarda ise nitelikler bulunur.</a:t>
            </a:r>
          </a:p>
        </p:txBody>
      </p:sp>
      <p:sp>
        <p:nvSpPr>
          <p:cNvPr id="11" name="Slayt Numarası Yer Tutucusu 3">
            <a:extLst>
              <a:ext uri="{FF2B5EF4-FFF2-40B4-BE49-F238E27FC236}">
                <a16:creationId xmlns:a16="http://schemas.microsoft.com/office/drawing/2014/main" id="{8AB8E3FF-1921-449A-A845-BFD12C7AD54D}"/>
              </a:ext>
            </a:extLst>
          </p:cNvPr>
          <p:cNvSpPr txBox="1">
            <a:spLocks/>
          </p:cNvSpPr>
          <p:nvPr/>
        </p:nvSpPr>
        <p:spPr>
          <a:xfrm>
            <a:off x="11811000" y="6493624"/>
            <a:ext cx="2743200" cy="365125"/>
          </a:xfrm>
          <a:prstGeom prst="rect">
            <a:avLst/>
          </a:prstGeom>
        </p:spPr>
        <p:txBody>
          <a:bodyPr vert="horz" lIns="91440" tIns="45720" rIns="91440" bIns="45720" rtlCol="0" anchor="ctr"/>
          <a:lstStyle>
            <a:defPPr rtl="0">
              <a:defRPr lang="tr-TR"/>
            </a:defPPr>
            <a:lvl1pPr marL="0" algn="l" defTabSz="914400" rtl="0" eaLnBrk="1" latinLnBrk="0" hangingPunct="1">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tr-TR" sz="1600" b="1" i="1" smtClean="0">
                <a:solidFill>
                  <a:schemeClr val="tx1"/>
                </a:solidFill>
              </a:rPr>
              <a:pPr/>
              <a:t>6</a:t>
            </a:fld>
            <a:endParaRPr lang="tr-TR" sz="1600" b="1" i="1" dirty="0">
              <a:solidFill>
                <a:schemeClr val="tx1"/>
              </a:solidFill>
            </a:endParaRPr>
          </a:p>
        </p:txBody>
      </p:sp>
      <p:pic>
        <p:nvPicPr>
          <p:cNvPr id="4" name="Resim 3">
            <a:extLst>
              <a:ext uri="{FF2B5EF4-FFF2-40B4-BE49-F238E27FC236}">
                <a16:creationId xmlns:a16="http://schemas.microsoft.com/office/drawing/2014/main" id="{379502B3-4E13-4021-A869-D38E9991EA7B}"/>
              </a:ext>
            </a:extLst>
          </p:cNvPr>
          <p:cNvPicPr>
            <a:picLocks noChangeAspect="1"/>
          </p:cNvPicPr>
          <p:nvPr/>
        </p:nvPicPr>
        <p:blipFill>
          <a:blip r:embed="rId3"/>
          <a:stretch>
            <a:fillRect/>
          </a:stretch>
        </p:blipFill>
        <p:spPr>
          <a:xfrm>
            <a:off x="6908345" y="1399232"/>
            <a:ext cx="5283655" cy="1705621"/>
          </a:xfrm>
          <a:prstGeom prst="rect">
            <a:avLst/>
          </a:prstGeom>
        </p:spPr>
      </p:pic>
      <p:pic>
        <p:nvPicPr>
          <p:cNvPr id="6" name="Resim 5">
            <a:extLst>
              <a:ext uri="{FF2B5EF4-FFF2-40B4-BE49-F238E27FC236}">
                <a16:creationId xmlns:a16="http://schemas.microsoft.com/office/drawing/2014/main" id="{344ADFDD-5A3E-4C48-A9C6-C89EBCA10F4F}"/>
              </a:ext>
            </a:extLst>
          </p:cNvPr>
          <p:cNvPicPr>
            <a:picLocks noChangeAspect="1"/>
          </p:cNvPicPr>
          <p:nvPr/>
        </p:nvPicPr>
        <p:blipFill>
          <a:blip r:embed="rId4"/>
          <a:stretch>
            <a:fillRect/>
          </a:stretch>
        </p:blipFill>
        <p:spPr>
          <a:xfrm>
            <a:off x="7096139" y="3633319"/>
            <a:ext cx="4935440" cy="1845547"/>
          </a:xfrm>
          <a:prstGeom prst="rect">
            <a:avLst/>
          </a:prstGeom>
        </p:spPr>
      </p:pic>
    </p:spTree>
    <p:extLst>
      <p:ext uri="{BB962C8B-B14F-4D97-AF65-F5344CB8AC3E}">
        <p14:creationId xmlns:p14="http://schemas.microsoft.com/office/powerpoint/2010/main" val="4232435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2DF434-28DB-4621-A497-D62C41CE0419}"/>
              </a:ext>
            </a:extLst>
          </p:cNvPr>
          <p:cNvSpPr>
            <a:spLocks noGrp="1"/>
          </p:cNvSpPr>
          <p:nvPr>
            <p:ph type="title"/>
          </p:nvPr>
        </p:nvSpPr>
        <p:spPr>
          <a:xfrm>
            <a:off x="2695073" y="-20967"/>
            <a:ext cx="6801854" cy="1325563"/>
          </a:xfrm>
        </p:spPr>
        <p:txBody>
          <a:bodyPr rtlCol="0"/>
          <a:lstStyle/>
          <a:p>
            <a:pPr algn="ctr" rtl="0"/>
            <a:r>
              <a:rPr lang="tr-TR" b="1" i="1" dirty="0" err="1">
                <a:solidFill>
                  <a:srgbClr val="2A828C"/>
                </a:solidFill>
                <a:effectLst>
                  <a:outerShdw blurRad="38100" dist="38100" dir="2700000" algn="tl">
                    <a:srgbClr val="000000">
                      <a:alpha val="43137"/>
                    </a:srgbClr>
                  </a:outerShdw>
                </a:effectLst>
              </a:rPr>
              <a:t>VERi</a:t>
            </a:r>
            <a:r>
              <a:rPr lang="tr-TR" b="1" i="1" dirty="0">
                <a:solidFill>
                  <a:srgbClr val="2A828C"/>
                </a:solidFill>
                <a:effectLst>
                  <a:outerShdw blurRad="38100" dist="38100" dir="2700000" algn="tl">
                    <a:srgbClr val="000000">
                      <a:alpha val="43137"/>
                    </a:srgbClr>
                  </a:outerShdw>
                </a:effectLst>
              </a:rPr>
              <a:t> TABANI TASARIMI</a:t>
            </a:r>
          </a:p>
        </p:txBody>
      </p:sp>
      <p:sp>
        <p:nvSpPr>
          <p:cNvPr id="27" name="Alt Bilgi Yer Tutucusu 26">
            <a:extLst>
              <a:ext uri="{FF2B5EF4-FFF2-40B4-BE49-F238E27FC236}">
                <a16:creationId xmlns:a16="http://schemas.microsoft.com/office/drawing/2014/main" id="{8672DD3E-2D32-4972-8EF6-8778B7807D10}"/>
              </a:ext>
            </a:extLst>
          </p:cNvPr>
          <p:cNvSpPr>
            <a:spLocks noGrp="1"/>
          </p:cNvSpPr>
          <p:nvPr>
            <p:ph type="ftr" sz="quarter" idx="13"/>
          </p:nvPr>
        </p:nvSpPr>
        <p:spPr>
          <a:xfrm>
            <a:off x="4038600" y="6356350"/>
            <a:ext cx="4114800" cy="365125"/>
          </a:xfrm>
        </p:spPr>
        <p:txBody>
          <a:bodyPr rtlCol="0"/>
          <a:lstStyle/>
          <a:p>
            <a:pPr rtl="0"/>
            <a:r>
              <a:rPr lang="tr-TR" dirty="0"/>
              <a:t>Sunu başlığı</a:t>
            </a:r>
          </a:p>
        </p:txBody>
      </p:sp>
      <p:sp>
        <p:nvSpPr>
          <p:cNvPr id="28" name="Slayt Numarası Yer Tutucusu 27">
            <a:extLst>
              <a:ext uri="{FF2B5EF4-FFF2-40B4-BE49-F238E27FC236}">
                <a16:creationId xmlns:a16="http://schemas.microsoft.com/office/drawing/2014/main" id="{016A27EB-BF96-4963-93AA-A9B409137B3A}"/>
              </a:ext>
            </a:extLst>
          </p:cNvPr>
          <p:cNvSpPr>
            <a:spLocks noGrp="1"/>
          </p:cNvSpPr>
          <p:nvPr>
            <p:ph type="sldNum" sz="quarter" idx="14"/>
          </p:nvPr>
        </p:nvSpPr>
        <p:spPr>
          <a:xfrm>
            <a:off x="8610600" y="6356350"/>
            <a:ext cx="2743200" cy="365125"/>
          </a:xfrm>
        </p:spPr>
        <p:txBody>
          <a:bodyPr rtlCol="0"/>
          <a:lstStyle/>
          <a:p>
            <a:pPr rtl="0"/>
            <a:fld id="{294A09A9-5501-47C1-A89A-A340965A2BE2}" type="slidenum">
              <a:rPr lang="tr-TR" b="1" smtClean="0"/>
              <a:pPr rtl="0"/>
              <a:t>7</a:t>
            </a:fld>
            <a:endParaRPr lang="tr-TR" b="1"/>
          </a:p>
        </p:txBody>
      </p:sp>
      <p:sp>
        <p:nvSpPr>
          <p:cNvPr id="7" name="Metin Yer Tutucusu 6">
            <a:extLst>
              <a:ext uri="{FF2B5EF4-FFF2-40B4-BE49-F238E27FC236}">
                <a16:creationId xmlns:a16="http://schemas.microsoft.com/office/drawing/2014/main" id="{5346B152-912B-4981-9C34-D8421ED838F0}"/>
              </a:ext>
            </a:extLst>
          </p:cNvPr>
          <p:cNvSpPr>
            <a:spLocks noGrp="1"/>
          </p:cNvSpPr>
          <p:nvPr>
            <p:ph type="body" sz="quarter" idx="10"/>
          </p:nvPr>
        </p:nvSpPr>
        <p:spPr>
          <a:xfrm>
            <a:off x="160421" y="1600118"/>
            <a:ext cx="7058526" cy="4756232"/>
          </a:xfrm>
        </p:spPr>
        <p:txBody>
          <a:bodyPr>
            <a:normAutofit/>
          </a:bodyPr>
          <a:lstStyle/>
          <a:p>
            <a:r>
              <a:rPr lang="tr-TR" sz="2000" b="1" i="1" dirty="0">
                <a:solidFill>
                  <a:schemeClr val="tx1"/>
                </a:solidFill>
              </a:rPr>
              <a:t>Veri tabanı tasarımında ilk olarak, olası veri tabanı kullanıcı gereksinimlerinin belirlenmesi gerekir. Söz konusu gereksinimler, veri tabanında yer alacak veri gruplarını, verilerin tiplerini ve verinin fiziksel olarak depolanması için kullanılacak olan veri yapılarını belirler.</a:t>
            </a:r>
          </a:p>
          <a:p>
            <a:r>
              <a:rPr lang="tr-TR" sz="2000" b="1" i="1" dirty="0">
                <a:solidFill>
                  <a:schemeClr val="tx1"/>
                </a:solidFill>
              </a:rPr>
              <a:t>Geleneksel veri tabanı tasarımı, kullanıcı düzeyinden fiziksel düzeye doğrudur. Kavramsal tasarımda, gereksinimlere göre kavramsal şema belirlenir. Kavramsal Şema, Kullanıcıların veri tabanının yapısını anlamalarına ve böylece uygulamalarını modellemelerini sağlar. kavramsal şema, yazılım ve donanımdan bağımsızdır ve son kullanıcı tarafından anlaşılması da daha kolaydır.</a:t>
            </a:r>
          </a:p>
          <a:p>
            <a:r>
              <a:rPr lang="tr-TR" sz="2000" b="1" i="1" dirty="0">
                <a:solidFill>
                  <a:schemeClr val="tx1"/>
                </a:solidFill>
              </a:rPr>
              <a:t>Yan tarafta VERİ TABANI TASARIM aşamaları gösterilmektedir.</a:t>
            </a:r>
          </a:p>
        </p:txBody>
      </p:sp>
      <p:sp>
        <p:nvSpPr>
          <p:cNvPr id="11" name="Slayt Numarası Yer Tutucusu 3">
            <a:extLst>
              <a:ext uri="{FF2B5EF4-FFF2-40B4-BE49-F238E27FC236}">
                <a16:creationId xmlns:a16="http://schemas.microsoft.com/office/drawing/2014/main" id="{8AB8E3FF-1921-449A-A845-BFD12C7AD54D}"/>
              </a:ext>
            </a:extLst>
          </p:cNvPr>
          <p:cNvSpPr txBox="1">
            <a:spLocks/>
          </p:cNvSpPr>
          <p:nvPr/>
        </p:nvSpPr>
        <p:spPr>
          <a:xfrm>
            <a:off x="11811000" y="6493624"/>
            <a:ext cx="2743200" cy="365125"/>
          </a:xfrm>
          <a:prstGeom prst="rect">
            <a:avLst/>
          </a:prstGeom>
        </p:spPr>
        <p:txBody>
          <a:bodyPr vert="horz" lIns="91440" tIns="45720" rIns="91440" bIns="45720" rtlCol="0" anchor="ctr"/>
          <a:lstStyle>
            <a:defPPr rtl="0">
              <a:defRPr lang="tr-TR"/>
            </a:defPPr>
            <a:lvl1pPr marL="0" algn="l" defTabSz="914400" rtl="0" eaLnBrk="1" latinLnBrk="0" hangingPunct="1">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tr-TR" sz="1600" b="1" i="1" smtClean="0">
                <a:solidFill>
                  <a:schemeClr val="tx1"/>
                </a:solidFill>
              </a:rPr>
              <a:pPr/>
              <a:t>7</a:t>
            </a:fld>
            <a:endParaRPr lang="tr-TR" sz="1600" b="1" i="1" dirty="0">
              <a:solidFill>
                <a:schemeClr val="tx1"/>
              </a:solidFill>
            </a:endParaRPr>
          </a:p>
        </p:txBody>
      </p:sp>
      <p:pic>
        <p:nvPicPr>
          <p:cNvPr id="5" name="Resim 4">
            <a:extLst>
              <a:ext uri="{FF2B5EF4-FFF2-40B4-BE49-F238E27FC236}">
                <a16:creationId xmlns:a16="http://schemas.microsoft.com/office/drawing/2014/main" id="{FFAEFF76-F11A-4896-A7E5-AE8BE30C216B}"/>
              </a:ext>
            </a:extLst>
          </p:cNvPr>
          <p:cNvPicPr>
            <a:picLocks noChangeAspect="1"/>
          </p:cNvPicPr>
          <p:nvPr/>
        </p:nvPicPr>
        <p:blipFill>
          <a:blip r:embed="rId3"/>
          <a:stretch>
            <a:fillRect/>
          </a:stretch>
        </p:blipFill>
        <p:spPr>
          <a:xfrm>
            <a:off x="7560557" y="1523753"/>
            <a:ext cx="4822833" cy="4969871"/>
          </a:xfrm>
          <a:prstGeom prst="rect">
            <a:avLst/>
          </a:prstGeom>
        </p:spPr>
      </p:pic>
    </p:spTree>
    <p:extLst>
      <p:ext uri="{BB962C8B-B14F-4D97-AF65-F5344CB8AC3E}">
        <p14:creationId xmlns:p14="http://schemas.microsoft.com/office/powerpoint/2010/main" val="3438761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2DF434-28DB-4621-A497-D62C41CE0419}"/>
              </a:ext>
            </a:extLst>
          </p:cNvPr>
          <p:cNvSpPr>
            <a:spLocks noGrp="1"/>
          </p:cNvSpPr>
          <p:nvPr>
            <p:ph type="title"/>
          </p:nvPr>
        </p:nvSpPr>
        <p:spPr>
          <a:xfrm>
            <a:off x="2695073" y="-20967"/>
            <a:ext cx="6801854" cy="1325563"/>
          </a:xfrm>
        </p:spPr>
        <p:txBody>
          <a:bodyPr rtlCol="0"/>
          <a:lstStyle/>
          <a:p>
            <a:pPr algn="ctr" rtl="0"/>
            <a:r>
              <a:rPr lang="tr-TR" b="1" i="1" dirty="0">
                <a:solidFill>
                  <a:srgbClr val="2A828C"/>
                </a:solidFill>
                <a:effectLst>
                  <a:outerShdw blurRad="38100" dist="38100" dir="2700000" algn="tl">
                    <a:srgbClr val="000000">
                      <a:alpha val="43137"/>
                    </a:srgbClr>
                  </a:outerShdw>
                </a:effectLst>
              </a:rPr>
              <a:t>GELENEKSEL VE GELENEKSEL OLMAYAN VERİ TABANI SİSTEMLERİ</a:t>
            </a:r>
          </a:p>
        </p:txBody>
      </p:sp>
      <p:sp>
        <p:nvSpPr>
          <p:cNvPr id="27" name="Alt Bilgi Yer Tutucusu 26">
            <a:extLst>
              <a:ext uri="{FF2B5EF4-FFF2-40B4-BE49-F238E27FC236}">
                <a16:creationId xmlns:a16="http://schemas.microsoft.com/office/drawing/2014/main" id="{8672DD3E-2D32-4972-8EF6-8778B7807D10}"/>
              </a:ext>
            </a:extLst>
          </p:cNvPr>
          <p:cNvSpPr>
            <a:spLocks noGrp="1"/>
          </p:cNvSpPr>
          <p:nvPr>
            <p:ph type="ftr" sz="quarter" idx="13"/>
          </p:nvPr>
        </p:nvSpPr>
        <p:spPr>
          <a:xfrm>
            <a:off x="4038600" y="6356350"/>
            <a:ext cx="4114800" cy="365125"/>
          </a:xfrm>
        </p:spPr>
        <p:txBody>
          <a:bodyPr rtlCol="0"/>
          <a:lstStyle/>
          <a:p>
            <a:pPr rtl="0"/>
            <a:r>
              <a:rPr lang="tr-TR" dirty="0"/>
              <a:t>Sunu başlığı</a:t>
            </a:r>
          </a:p>
        </p:txBody>
      </p:sp>
      <p:sp>
        <p:nvSpPr>
          <p:cNvPr id="28" name="Slayt Numarası Yer Tutucusu 27">
            <a:extLst>
              <a:ext uri="{FF2B5EF4-FFF2-40B4-BE49-F238E27FC236}">
                <a16:creationId xmlns:a16="http://schemas.microsoft.com/office/drawing/2014/main" id="{016A27EB-BF96-4963-93AA-A9B409137B3A}"/>
              </a:ext>
            </a:extLst>
          </p:cNvPr>
          <p:cNvSpPr>
            <a:spLocks noGrp="1"/>
          </p:cNvSpPr>
          <p:nvPr>
            <p:ph type="sldNum" sz="quarter" idx="14"/>
          </p:nvPr>
        </p:nvSpPr>
        <p:spPr>
          <a:xfrm>
            <a:off x="8610600" y="6356350"/>
            <a:ext cx="2743200" cy="365125"/>
          </a:xfrm>
        </p:spPr>
        <p:txBody>
          <a:bodyPr rtlCol="0"/>
          <a:lstStyle/>
          <a:p>
            <a:pPr rtl="0"/>
            <a:fld id="{294A09A9-5501-47C1-A89A-A340965A2BE2}" type="slidenum">
              <a:rPr lang="tr-TR" b="1" smtClean="0"/>
              <a:pPr rtl="0"/>
              <a:t>8</a:t>
            </a:fld>
            <a:endParaRPr lang="tr-TR" b="1"/>
          </a:p>
        </p:txBody>
      </p:sp>
      <p:sp>
        <p:nvSpPr>
          <p:cNvPr id="7" name="Metin Yer Tutucusu 6">
            <a:extLst>
              <a:ext uri="{FF2B5EF4-FFF2-40B4-BE49-F238E27FC236}">
                <a16:creationId xmlns:a16="http://schemas.microsoft.com/office/drawing/2014/main" id="{5346B152-912B-4981-9C34-D8421ED838F0}"/>
              </a:ext>
            </a:extLst>
          </p:cNvPr>
          <p:cNvSpPr>
            <a:spLocks noGrp="1"/>
          </p:cNvSpPr>
          <p:nvPr>
            <p:ph type="body" sz="quarter" idx="10"/>
          </p:nvPr>
        </p:nvSpPr>
        <p:spPr>
          <a:xfrm>
            <a:off x="52137" y="1919954"/>
            <a:ext cx="7058526" cy="4756232"/>
          </a:xfrm>
        </p:spPr>
        <p:txBody>
          <a:bodyPr>
            <a:noAutofit/>
          </a:bodyPr>
          <a:lstStyle/>
          <a:p>
            <a:r>
              <a:rPr lang="tr-TR" sz="2000" b="1" i="1" dirty="0">
                <a:solidFill>
                  <a:srgbClr val="2A828C"/>
                </a:solidFill>
              </a:rPr>
              <a:t>İlişkisel Veri Tabanı </a:t>
            </a:r>
            <a:r>
              <a:rPr lang="tr-TR" sz="2000" b="1" i="1" dirty="0">
                <a:solidFill>
                  <a:schemeClr val="tx1"/>
                </a:solidFill>
              </a:rPr>
              <a:t>: Günümüzde en yaygın kullanılan veri tabanı sistemlerinden biridir. Satır ve sütunların meydana getirdiği tablolardan oluşur. Bir veri tabanında ilişkiden söz edebilmek için en az iki tablonun yer alması ve bu iki tablodaki verilerin birbiri ile ilişkilendiriliyor olması gerekir.</a:t>
            </a:r>
          </a:p>
          <a:p>
            <a:r>
              <a:rPr lang="tr-TR" sz="2000" b="1" i="1" dirty="0">
                <a:solidFill>
                  <a:schemeClr val="tx1"/>
                </a:solidFill>
              </a:rPr>
              <a:t>ACID; klasik ilişkisel veri tabanı sistemlerinde sağlanan temel özellikler aşağıda sunulmuştur : </a:t>
            </a:r>
          </a:p>
          <a:p>
            <a:pPr marL="342900" indent="-342900">
              <a:buFont typeface="Arial" panose="020B0604020202020204" pitchFamily="34" charset="0"/>
              <a:buChar char="•"/>
            </a:pPr>
            <a:r>
              <a:rPr lang="tr-TR" sz="2000" b="1" i="1" dirty="0">
                <a:solidFill>
                  <a:schemeClr val="tx1"/>
                </a:solidFill>
              </a:rPr>
              <a:t>Bölünmezlik (</a:t>
            </a:r>
            <a:r>
              <a:rPr lang="tr-TR" sz="2000" b="1" i="1" dirty="0" err="1">
                <a:solidFill>
                  <a:schemeClr val="tx1"/>
                </a:solidFill>
              </a:rPr>
              <a:t>Atomicity</a:t>
            </a:r>
            <a:r>
              <a:rPr lang="tr-TR" sz="2000" b="1" i="1" dirty="0">
                <a:solidFill>
                  <a:schemeClr val="tx1"/>
                </a:solidFill>
              </a:rPr>
              <a:t>) </a:t>
            </a:r>
          </a:p>
          <a:p>
            <a:pPr marL="342900" indent="-342900">
              <a:buFont typeface="Arial" panose="020B0604020202020204" pitchFamily="34" charset="0"/>
              <a:buChar char="•"/>
            </a:pPr>
            <a:r>
              <a:rPr lang="tr-TR" sz="2000" b="1" i="1" dirty="0">
                <a:solidFill>
                  <a:schemeClr val="tx1"/>
                </a:solidFill>
              </a:rPr>
              <a:t>Tutarlılık (</a:t>
            </a:r>
            <a:r>
              <a:rPr lang="tr-TR" sz="2000" b="1" i="1" dirty="0" err="1">
                <a:solidFill>
                  <a:schemeClr val="tx1"/>
                </a:solidFill>
              </a:rPr>
              <a:t>Consistency</a:t>
            </a:r>
            <a:r>
              <a:rPr lang="tr-TR" sz="2000" b="1" i="1" dirty="0">
                <a:solidFill>
                  <a:schemeClr val="tx1"/>
                </a:solidFill>
              </a:rPr>
              <a:t>) </a:t>
            </a:r>
          </a:p>
          <a:p>
            <a:pPr marL="342900" indent="-342900">
              <a:buFont typeface="Arial" panose="020B0604020202020204" pitchFamily="34" charset="0"/>
              <a:buChar char="•"/>
            </a:pPr>
            <a:r>
              <a:rPr lang="tr-TR" sz="2000" b="1" i="1" dirty="0">
                <a:solidFill>
                  <a:schemeClr val="tx1"/>
                </a:solidFill>
              </a:rPr>
              <a:t> İzolasyon (</a:t>
            </a:r>
            <a:r>
              <a:rPr lang="tr-TR" sz="2000" b="1" i="1" dirty="0" err="1">
                <a:solidFill>
                  <a:schemeClr val="tx1"/>
                </a:solidFill>
              </a:rPr>
              <a:t>Isolation</a:t>
            </a:r>
            <a:r>
              <a:rPr lang="tr-TR" sz="2000" b="1" i="1" dirty="0">
                <a:solidFill>
                  <a:schemeClr val="tx1"/>
                </a:solidFill>
              </a:rPr>
              <a:t>) </a:t>
            </a:r>
          </a:p>
          <a:p>
            <a:pPr marL="342900" indent="-342900">
              <a:buFont typeface="Arial" panose="020B0604020202020204" pitchFamily="34" charset="0"/>
              <a:buChar char="•"/>
            </a:pPr>
            <a:r>
              <a:rPr lang="tr-TR" sz="2000" b="1" i="1" dirty="0">
                <a:solidFill>
                  <a:schemeClr val="tx1"/>
                </a:solidFill>
              </a:rPr>
              <a:t>Dayanıklılık (</a:t>
            </a:r>
            <a:r>
              <a:rPr lang="tr-TR" sz="2000" b="1" i="1" dirty="0" err="1">
                <a:solidFill>
                  <a:schemeClr val="tx1"/>
                </a:solidFill>
              </a:rPr>
              <a:t>Durability</a:t>
            </a:r>
            <a:r>
              <a:rPr lang="tr-TR" sz="2000" b="1" i="1" dirty="0">
                <a:solidFill>
                  <a:schemeClr val="tx1"/>
                </a:solidFill>
              </a:rPr>
              <a:t>)</a:t>
            </a:r>
          </a:p>
          <a:p>
            <a:endParaRPr lang="tr-TR" sz="2000" b="1" i="1" dirty="0">
              <a:solidFill>
                <a:schemeClr val="tx1"/>
              </a:solidFill>
            </a:endParaRPr>
          </a:p>
        </p:txBody>
      </p:sp>
      <p:sp>
        <p:nvSpPr>
          <p:cNvPr id="11" name="Slayt Numarası Yer Tutucusu 3">
            <a:extLst>
              <a:ext uri="{FF2B5EF4-FFF2-40B4-BE49-F238E27FC236}">
                <a16:creationId xmlns:a16="http://schemas.microsoft.com/office/drawing/2014/main" id="{8AB8E3FF-1921-449A-A845-BFD12C7AD54D}"/>
              </a:ext>
            </a:extLst>
          </p:cNvPr>
          <p:cNvSpPr txBox="1">
            <a:spLocks/>
          </p:cNvSpPr>
          <p:nvPr/>
        </p:nvSpPr>
        <p:spPr>
          <a:xfrm>
            <a:off x="11811000" y="6493624"/>
            <a:ext cx="2743200" cy="365125"/>
          </a:xfrm>
          <a:prstGeom prst="rect">
            <a:avLst/>
          </a:prstGeom>
        </p:spPr>
        <p:txBody>
          <a:bodyPr vert="horz" lIns="91440" tIns="45720" rIns="91440" bIns="45720" rtlCol="0" anchor="ctr"/>
          <a:lstStyle>
            <a:defPPr rtl="0">
              <a:defRPr lang="tr-TR"/>
            </a:defPPr>
            <a:lvl1pPr marL="0" algn="l" defTabSz="914400" rtl="0" eaLnBrk="1" latinLnBrk="0" hangingPunct="1">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tr-TR" sz="1600" b="1" i="1" smtClean="0">
                <a:solidFill>
                  <a:schemeClr val="tx1"/>
                </a:solidFill>
              </a:rPr>
              <a:pPr/>
              <a:t>8</a:t>
            </a:fld>
            <a:endParaRPr lang="tr-TR" sz="1600" b="1" i="1" dirty="0">
              <a:solidFill>
                <a:schemeClr val="tx1"/>
              </a:solidFill>
            </a:endParaRPr>
          </a:p>
        </p:txBody>
      </p:sp>
    </p:spTree>
    <p:extLst>
      <p:ext uri="{BB962C8B-B14F-4D97-AF65-F5344CB8AC3E}">
        <p14:creationId xmlns:p14="http://schemas.microsoft.com/office/powerpoint/2010/main" val="380076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2DF434-28DB-4621-A497-D62C41CE0419}"/>
              </a:ext>
            </a:extLst>
          </p:cNvPr>
          <p:cNvSpPr>
            <a:spLocks noGrp="1"/>
          </p:cNvSpPr>
          <p:nvPr>
            <p:ph type="title"/>
          </p:nvPr>
        </p:nvSpPr>
        <p:spPr>
          <a:xfrm>
            <a:off x="2695073" y="-20967"/>
            <a:ext cx="6801854" cy="1325563"/>
          </a:xfrm>
        </p:spPr>
        <p:txBody>
          <a:bodyPr rtlCol="0"/>
          <a:lstStyle/>
          <a:p>
            <a:pPr algn="ctr" rtl="0"/>
            <a:r>
              <a:rPr lang="tr-TR" b="1" i="1" dirty="0">
                <a:solidFill>
                  <a:srgbClr val="2A828C"/>
                </a:solidFill>
                <a:effectLst>
                  <a:outerShdw blurRad="38100" dist="38100" dir="2700000" algn="tl">
                    <a:srgbClr val="000000">
                      <a:alpha val="43137"/>
                    </a:srgbClr>
                  </a:outerShdw>
                </a:effectLst>
              </a:rPr>
              <a:t>GELENEKSEL VE GELENEKSEL OLMAYAN VERİ TABANI SİSTEMLERİ</a:t>
            </a:r>
          </a:p>
        </p:txBody>
      </p:sp>
      <p:sp>
        <p:nvSpPr>
          <p:cNvPr id="27" name="Alt Bilgi Yer Tutucusu 26">
            <a:extLst>
              <a:ext uri="{FF2B5EF4-FFF2-40B4-BE49-F238E27FC236}">
                <a16:creationId xmlns:a16="http://schemas.microsoft.com/office/drawing/2014/main" id="{8672DD3E-2D32-4972-8EF6-8778B7807D10}"/>
              </a:ext>
            </a:extLst>
          </p:cNvPr>
          <p:cNvSpPr>
            <a:spLocks noGrp="1"/>
          </p:cNvSpPr>
          <p:nvPr>
            <p:ph type="ftr" sz="quarter" idx="13"/>
          </p:nvPr>
        </p:nvSpPr>
        <p:spPr>
          <a:xfrm>
            <a:off x="4038600" y="6356350"/>
            <a:ext cx="4114800" cy="365125"/>
          </a:xfrm>
        </p:spPr>
        <p:txBody>
          <a:bodyPr rtlCol="0"/>
          <a:lstStyle/>
          <a:p>
            <a:pPr rtl="0"/>
            <a:r>
              <a:rPr lang="tr-TR" dirty="0"/>
              <a:t>Sunu başlığı</a:t>
            </a:r>
          </a:p>
        </p:txBody>
      </p:sp>
      <p:sp>
        <p:nvSpPr>
          <p:cNvPr id="28" name="Slayt Numarası Yer Tutucusu 27">
            <a:extLst>
              <a:ext uri="{FF2B5EF4-FFF2-40B4-BE49-F238E27FC236}">
                <a16:creationId xmlns:a16="http://schemas.microsoft.com/office/drawing/2014/main" id="{016A27EB-BF96-4963-93AA-A9B409137B3A}"/>
              </a:ext>
            </a:extLst>
          </p:cNvPr>
          <p:cNvSpPr>
            <a:spLocks noGrp="1"/>
          </p:cNvSpPr>
          <p:nvPr>
            <p:ph type="sldNum" sz="quarter" idx="14"/>
          </p:nvPr>
        </p:nvSpPr>
        <p:spPr>
          <a:xfrm>
            <a:off x="8610600" y="6356350"/>
            <a:ext cx="2743200" cy="365125"/>
          </a:xfrm>
        </p:spPr>
        <p:txBody>
          <a:bodyPr rtlCol="0"/>
          <a:lstStyle/>
          <a:p>
            <a:pPr rtl="0"/>
            <a:fld id="{294A09A9-5501-47C1-A89A-A340965A2BE2}" type="slidenum">
              <a:rPr lang="tr-TR" b="1" smtClean="0"/>
              <a:pPr rtl="0"/>
              <a:t>9</a:t>
            </a:fld>
            <a:endParaRPr lang="tr-TR" b="1"/>
          </a:p>
        </p:txBody>
      </p:sp>
      <p:sp>
        <p:nvSpPr>
          <p:cNvPr id="7" name="Metin Yer Tutucusu 6">
            <a:extLst>
              <a:ext uri="{FF2B5EF4-FFF2-40B4-BE49-F238E27FC236}">
                <a16:creationId xmlns:a16="http://schemas.microsoft.com/office/drawing/2014/main" id="{5346B152-912B-4981-9C34-D8421ED838F0}"/>
              </a:ext>
            </a:extLst>
          </p:cNvPr>
          <p:cNvSpPr>
            <a:spLocks noGrp="1"/>
          </p:cNvSpPr>
          <p:nvPr>
            <p:ph type="body" sz="quarter" idx="10"/>
          </p:nvPr>
        </p:nvSpPr>
        <p:spPr>
          <a:xfrm>
            <a:off x="52137" y="1919954"/>
            <a:ext cx="7058526" cy="4756232"/>
          </a:xfrm>
        </p:spPr>
        <p:txBody>
          <a:bodyPr>
            <a:noAutofit/>
          </a:bodyPr>
          <a:lstStyle/>
          <a:p>
            <a:r>
              <a:rPr lang="tr-TR" sz="2000" b="1" i="1" dirty="0">
                <a:solidFill>
                  <a:srgbClr val="2A828C"/>
                </a:solidFill>
              </a:rPr>
              <a:t>İlişkisel Olmayan (</a:t>
            </a:r>
            <a:r>
              <a:rPr lang="tr-TR" sz="2000" b="1" i="1" dirty="0" err="1">
                <a:solidFill>
                  <a:srgbClr val="2A828C"/>
                </a:solidFill>
              </a:rPr>
              <a:t>NoSQL</a:t>
            </a:r>
            <a:r>
              <a:rPr lang="tr-TR" sz="2000" b="1" i="1" dirty="0">
                <a:solidFill>
                  <a:srgbClr val="2A828C"/>
                </a:solidFill>
              </a:rPr>
              <a:t>) Veri tabanı: </a:t>
            </a:r>
            <a:r>
              <a:rPr lang="tr-TR" sz="2000" b="1" i="1" dirty="0" err="1">
                <a:solidFill>
                  <a:schemeClr val="tx1"/>
                </a:solidFill>
              </a:rPr>
              <a:t>NoSQL</a:t>
            </a:r>
            <a:r>
              <a:rPr lang="tr-TR" sz="2000" b="1" i="1" dirty="0">
                <a:solidFill>
                  <a:schemeClr val="tx1"/>
                </a:solidFill>
              </a:rPr>
              <a:t>, ilişkisel veri tabanı sistemlerine alternatif bir çözüm olarak ortaya çıkmıştır. İlişkisel olamayan veri tabanları yatay olarak ölçeklendirilen bir veri depolama sistemidir. İlişkisel veri tabanı kullanıcılarının, araştırmalar neticesinde </a:t>
            </a:r>
            <a:r>
              <a:rPr lang="tr-TR" sz="2000" b="1" i="1" dirty="0" err="1">
                <a:solidFill>
                  <a:schemeClr val="tx1"/>
                </a:solidFill>
              </a:rPr>
              <a:t>NoSQL</a:t>
            </a:r>
            <a:r>
              <a:rPr lang="tr-TR" sz="2000" b="1" i="1" dirty="0">
                <a:solidFill>
                  <a:schemeClr val="tx1"/>
                </a:solidFill>
              </a:rPr>
              <a:t> veri tabanına geçmek istemelerinin nedenleri yan tarafta detaylı ve yüzdelik olarak gösterilmiştir</a:t>
            </a:r>
            <a:r>
              <a:rPr lang="tr-TR" sz="2400" dirty="0"/>
              <a:t>.</a:t>
            </a:r>
          </a:p>
          <a:p>
            <a:r>
              <a:rPr lang="tr-TR" sz="2000" b="1" i="1" dirty="0">
                <a:solidFill>
                  <a:schemeClr val="tx1"/>
                </a:solidFill>
              </a:rPr>
              <a:t>Veri tabanlarına ilişkin problemlerden biri olan ölçek sorununa, diğer çözümlerin içinde en iyi cevap vereni </a:t>
            </a:r>
            <a:r>
              <a:rPr lang="tr-TR" sz="2000" b="1" i="1" dirty="0" err="1">
                <a:solidFill>
                  <a:schemeClr val="tx1"/>
                </a:solidFill>
              </a:rPr>
              <a:t>NoSQL’dir</a:t>
            </a:r>
            <a:r>
              <a:rPr lang="tr-TR" sz="2000" b="1" i="1" dirty="0">
                <a:solidFill>
                  <a:schemeClr val="tx1"/>
                </a:solidFill>
              </a:rPr>
              <a:t>. </a:t>
            </a:r>
          </a:p>
          <a:p>
            <a:endParaRPr lang="tr-TR" sz="2000" b="1" i="1" dirty="0">
              <a:solidFill>
                <a:schemeClr val="tx1"/>
              </a:solidFill>
            </a:endParaRPr>
          </a:p>
        </p:txBody>
      </p:sp>
      <p:sp>
        <p:nvSpPr>
          <p:cNvPr id="11" name="Slayt Numarası Yer Tutucusu 3">
            <a:extLst>
              <a:ext uri="{FF2B5EF4-FFF2-40B4-BE49-F238E27FC236}">
                <a16:creationId xmlns:a16="http://schemas.microsoft.com/office/drawing/2014/main" id="{8AB8E3FF-1921-449A-A845-BFD12C7AD54D}"/>
              </a:ext>
            </a:extLst>
          </p:cNvPr>
          <p:cNvSpPr txBox="1">
            <a:spLocks/>
          </p:cNvSpPr>
          <p:nvPr/>
        </p:nvSpPr>
        <p:spPr>
          <a:xfrm>
            <a:off x="11811000" y="6493624"/>
            <a:ext cx="2743200" cy="365125"/>
          </a:xfrm>
          <a:prstGeom prst="rect">
            <a:avLst/>
          </a:prstGeom>
        </p:spPr>
        <p:txBody>
          <a:bodyPr vert="horz" lIns="91440" tIns="45720" rIns="91440" bIns="45720" rtlCol="0" anchor="ctr"/>
          <a:lstStyle>
            <a:defPPr rtl="0">
              <a:defRPr lang="tr-TR"/>
            </a:defPPr>
            <a:lvl1pPr marL="0" algn="l" defTabSz="914400" rtl="0" eaLnBrk="1" latinLnBrk="0" hangingPunct="1">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tr-TR" sz="1600" b="1" i="1" smtClean="0">
                <a:solidFill>
                  <a:schemeClr val="tx1"/>
                </a:solidFill>
              </a:rPr>
              <a:pPr/>
              <a:t>9</a:t>
            </a:fld>
            <a:endParaRPr lang="tr-TR" sz="1600" b="1" i="1" dirty="0">
              <a:solidFill>
                <a:schemeClr val="tx1"/>
              </a:solidFill>
            </a:endParaRPr>
          </a:p>
        </p:txBody>
      </p:sp>
      <p:pic>
        <p:nvPicPr>
          <p:cNvPr id="4" name="Resim 3">
            <a:extLst>
              <a:ext uri="{FF2B5EF4-FFF2-40B4-BE49-F238E27FC236}">
                <a16:creationId xmlns:a16="http://schemas.microsoft.com/office/drawing/2014/main" id="{10397A60-E519-4227-9006-57B3FEC95137}"/>
              </a:ext>
            </a:extLst>
          </p:cNvPr>
          <p:cNvPicPr>
            <a:picLocks noChangeAspect="1"/>
          </p:cNvPicPr>
          <p:nvPr/>
        </p:nvPicPr>
        <p:blipFill>
          <a:blip r:embed="rId3"/>
          <a:stretch>
            <a:fillRect/>
          </a:stretch>
        </p:blipFill>
        <p:spPr>
          <a:xfrm>
            <a:off x="6946231" y="1919954"/>
            <a:ext cx="5193631" cy="3600723"/>
          </a:xfrm>
          <a:prstGeom prst="rect">
            <a:avLst/>
          </a:prstGeom>
        </p:spPr>
      </p:pic>
    </p:spTree>
    <p:extLst>
      <p:ext uri="{BB962C8B-B14F-4D97-AF65-F5344CB8AC3E}">
        <p14:creationId xmlns:p14="http://schemas.microsoft.com/office/powerpoint/2010/main" val="2643563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2DF434-28DB-4621-A497-D62C41CE0419}"/>
              </a:ext>
            </a:extLst>
          </p:cNvPr>
          <p:cNvSpPr>
            <a:spLocks noGrp="1"/>
          </p:cNvSpPr>
          <p:nvPr>
            <p:ph type="title"/>
          </p:nvPr>
        </p:nvSpPr>
        <p:spPr>
          <a:xfrm>
            <a:off x="2695073" y="-20967"/>
            <a:ext cx="6801854" cy="1325563"/>
          </a:xfrm>
        </p:spPr>
        <p:txBody>
          <a:bodyPr rtlCol="0"/>
          <a:lstStyle/>
          <a:p>
            <a:pPr algn="ctr" rtl="0"/>
            <a:r>
              <a:rPr lang="tr-TR" b="1" i="1" dirty="0">
                <a:solidFill>
                  <a:srgbClr val="2A828C"/>
                </a:solidFill>
                <a:effectLst>
                  <a:outerShdw blurRad="38100" dist="38100" dir="2700000" algn="tl">
                    <a:srgbClr val="000000">
                      <a:alpha val="43137"/>
                    </a:srgbClr>
                  </a:outerShdw>
                </a:effectLst>
              </a:rPr>
              <a:t>GELENEKSEL VE GELENEKSEL OLMAYAN VERİ TABANI SİSTEMLERİ</a:t>
            </a:r>
          </a:p>
        </p:txBody>
      </p:sp>
      <p:sp>
        <p:nvSpPr>
          <p:cNvPr id="27" name="Alt Bilgi Yer Tutucusu 26">
            <a:extLst>
              <a:ext uri="{FF2B5EF4-FFF2-40B4-BE49-F238E27FC236}">
                <a16:creationId xmlns:a16="http://schemas.microsoft.com/office/drawing/2014/main" id="{8672DD3E-2D32-4972-8EF6-8778B7807D10}"/>
              </a:ext>
            </a:extLst>
          </p:cNvPr>
          <p:cNvSpPr>
            <a:spLocks noGrp="1"/>
          </p:cNvSpPr>
          <p:nvPr>
            <p:ph type="ftr" sz="quarter" idx="13"/>
          </p:nvPr>
        </p:nvSpPr>
        <p:spPr>
          <a:xfrm>
            <a:off x="4038600" y="6356350"/>
            <a:ext cx="4114800" cy="365125"/>
          </a:xfrm>
        </p:spPr>
        <p:txBody>
          <a:bodyPr rtlCol="0"/>
          <a:lstStyle/>
          <a:p>
            <a:pPr rtl="0"/>
            <a:r>
              <a:rPr lang="tr-TR" dirty="0"/>
              <a:t>Sunu başlığı</a:t>
            </a:r>
          </a:p>
        </p:txBody>
      </p:sp>
      <p:sp>
        <p:nvSpPr>
          <p:cNvPr id="28" name="Slayt Numarası Yer Tutucusu 27">
            <a:extLst>
              <a:ext uri="{FF2B5EF4-FFF2-40B4-BE49-F238E27FC236}">
                <a16:creationId xmlns:a16="http://schemas.microsoft.com/office/drawing/2014/main" id="{016A27EB-BF96-4963-93AA-A9B409137B3A}"/>
              </a:ext>
            </a:extLst>
          </p:cNvPr>
          <p:cNvSpPr>
            <a:spLocks noGrp="1"/>
          </p:cNvSpPr>
          <p:nvPr>
            <p:ph type="sldNum" sz="quarter" idx="14"/>
          </p:nvPr>
        </p:nvSpPr>
        <p:spPr>
          <a:xfrm>
            <a:off x="8562473" y="6244055"/>
            <a:ext cx="2743200" cy="365125"/>
          </a:xfrm>
        </p:spPr>
        <p:txBody>
          <a:bodyPr rtlCol="0"/>
          <a:lstStyle/>
          <a:p>
            <a:pPr rtl="0"/>
            <a:fld id="{294A09A9-5501-47C1-A89A-A340965A2BE2}" type="slidenum">
              <a:rPr lang="tr-TR" b="1" smtClean="0"/>
              <a:pPr rtl="0"/>
              <a:t>10</a:t>
            </a:fld>
            <a:endParaRPr lang="tr-TR" b="1"/>
          </a:p>
        </p:txBody>
      </p:sp>
      <p:sp>
        <p:nvSpPr>
          <p:cNvPr id="7" name="Metin Yer Tutucusu 6">
            <a:extLst>
              <a:ext uri="{FF2B5EF4-FFF2-40B4-BE49-F238E27FC236}">
                <a16:creationId xmlns:a16="http://schemas.microsoft.com/office/drawing/2014/main" id="{5346B152-912B-4981-9C34-D8421ED838F0}"/>
              </a:ext>
            </a:extLst>
          </p:cNvPr>
          <p:cNvSpPr>
            <a:spLocks noGrp="1"/>
          </p:cNvSpPr>
          <p:nvPr>
            <p:ph type="body" sz="quarter" idx="10"/>
          </p:nvPr>
        </p:nvSpPr>
        <p:spPr>
          <a:xfrm>
            <a:off x="52137" y="1919954"/>
            <a:ext cx="7058526" cy="4756232"/>
          </a:xfrm>
        </p:spPr>
        <p:txBody>
          <a:bodyPr>
            <a:noAutofit/>
          </a:bodyPr>
          <a:lstStyle/>
          <a:p>
            <a:r>
              <a:rPr lang="tr-TR" sz="2000" b="1" i="1" dirty="0">
                <a:solidFill>
                  <a:schemeClr val="tx1"/>
                </a:solidFill>
              </a:rPr>
              <a:t>İlişkisel veri tabanlarının kullandığı ACID </a:t>
            </a:r>
            <a:r>
              <a:rPr lang="tr-TR" sz="2000" b="1" i="1" dirty="0" err="1">
                <a:solidFill>
                  <a:schemeClr val="tx1"/>
                </a:solidFill>
              </a:rPr>
              <a:t>işlemselliğine</a:t>
            </a:r>
            <a:r>
              <a:rPr lang="tr-TR" sz="2000" b="1" i="1" dirty="0">
                <a:solidFill>
                  <a:schemeClr val="tx1"/>
                </a:solidFill>
              </a:rPr>
              <a:t> karşın </a:t>
            </a:r>
            <a:r>
              <a:rPr lang="tr-TR" sz="2000" b="1" i="1" dirty="0" err="1">
                <a:solidFill>
                  <a:schemeClr val="tx1"/>
                </a:solidFill>
              </a:rPr>
              <a:t>NoSQL</a:t>
            </a:r>
            <a:r>
              <a:rPr lang="tr-TR" sz="2000" b="1" i="1" dirty="0">
                <a:solidFill>
                  <a:schemeClr val="tx1"/>
                </a:solidFill>
              </a:rPr>
              <a:t> “BASE” kısaltması ile ifade edilir. </a:t>
            </a:r>
          </a:p>
          <a:p>
            <a:r>
              <a:rPr lang="tr-TR" sz="2000" b="1" i="1" dirty="0">
                <a:solidFill>
                  <a:srgbClr val="2A828C"/>
                </a:solidFill>
              </a:rPr>
              <a:t>Kolay Ulaşılabilirlik: </a:t>
            </a:r>
            <a:r>
              <a:rPr lang="tr-TR" sz="2000" b="1" i="1" dirty="0">
                <a:solidFill>
                  <a:schemeClr val="tx1"/>
                </a:solidFill>
              </a:rPr>
              <a:t>Veri erişim sorunlarını ortadan kaldırmak için kopyaları kullanır ve paylaşılmış ya da bölümlenmiş veriyi birçok sunucudan alır. </a:t>
            </a:r>
          </a:p>
          <a:p>
            <a:r>
              <a:rPr lang="tr-TR" sz="2000" b="1" i="1" dirty="0">
                <a:solidFill>
                  <a:srgbClr val="2A828C"/>
                </a:solidFill>
              </a:rPr>
              <a:t>Esnek Durum: </a:t>
            </a:r>
            <a:r>
              <a:rPr lang="tr-TR" sz="2000" b="1" i="1" dirty="0">
                <a:solidFill>
                  <a:schemeClr val="tx1"/>
                </a:solidFill>
              </a:rPr>
              <a:t>ACID mantığında veri tutarlılığının olmazsa olmaz bir gereklilik olduğu savunulurdu fakat </a:t>
            </a:r>
            <a:r>
              <a:rPr lang="tr-TR" sz="2000" b="1" i="1" dirty="0" err="1">
                <a:solidFill>
                  <a:schemeClr val="tx1"/>
                </a:solidFill>
              </a:rPr>
              <a:t>NoSQL</a:t>
            </a:r>
            <a:r>
              <a:rPr lang="tr-TR" sz="2000" b="1" i="1" dirty="0">
                <a:solidFill>
                  <a:schemeClr val="tx1"/>
                </a:solidFill>
              </a:rPr>
              <a:t> sistemler tutarsız ve süreksiz verilerin barınmasına da izin verir.</a:t>
            </a:r>
          </a:p>
          <a:p>
            <a:r>
              <a:rPr lang="tr-TR" sz="2000" b="1" i="1" dirty="0">
                <a:solidFill>
                  <a:srgbClr val="2A828C"/>
                </a:solidFill>
              </a:rPr>
              <a:t>Eninde sonunda </a:t>
            </a:r>
            <a:r>
              <a:rPr lang="tr-TR" sz="2000" b="1" i="1" dirty="0" err="1">
                <a:solidFill>
                  <a:srgbClr val="2A828C"/>
                </a:solidFill>
              </a:rPr>
              <a:t>Tutarlı</a:t>
            </a:r>
            <a:r>
              <a:rPr lang="tr-TR" sz="2000" b="1" i="1" dirty="0" err="1">
                <a:solidFill>
                  <a:schemeClr val="tx1"/>
                </a:solidFill>
              </a:rPr>
              <a:t>:ACID’in</a:t>
            </a:r>
            <a:r>
              <a:rPr lang="tr-TR" sz="2000" b="1" i="1" dirty="0">
                <a:solidFill>
                  <a:schemeClr val="tx1"/>
                </a:solidFill>
              </a:rPr>
              <a:t> zorunlu tuttuğu tutarlılığa karşın </a:t>
            </a:r>
            <a:r>
              <a:rPr lang="tr-TR" sz="2000" b="1" i="1" dirty="0" err="1">
                <a:solidFill>
                  <a:schemeClr val="tx1"/>
                </a:solidFill>
              </a:rPr>
              <a:t>NoSQL’de</a:t>
            </a:r>
            <a:r>
              <a:rPr lang="tr-TR" sz="2000" b="1" i="1" dirty="0">
                <a:solidFill>
                  <a:schemeClr val="tx1"/>
                </a:solidFill>
              </a:rPr>
              <a:t> tanımlanmayan bir zamanda tutarlılığın oluşacağı garanti edilir.</a:t>
            </a:r>
          </a:p>
          <a:p>
            <a:r>
              <a:rPr lang="tr-TR" sz="2000" b="1" i="1" dirty="0">
                <a:solidFill>
                  <a:schemeClr val="tx1"/>
                </a:solidFill>
              </a:rPr>
              <a:t>En bilinen lider </a:t>
            </a:r>
            <a:r>
              <a:rPr lang="tr-TR" sz="2000" b="1" i="1" dirty="0" err="1">
                <a:solidFill>
                  <a:schemeClr val="tx1"/>
                </a:solidFill>
              </a:rPr>
              <a:t>NoSQL</a:t>
            </a:r>
            <a:r>
              <a:rPr lang="tr-TR" sz="2000" b="1" i="1" dirty="0">
                <a:solidFill>
                  <a:schemeClr val="tx1"/>
                </a:solidFill>
              </a:rPr>
              <a:t> ürünlerinin teknik karşılaştırmaları yan tarafta verilmiştir.</a:t>
            </a:r>
          </a:p>
        </p:txBody>
      </p:sp>
      <p:sp>
        <p:nvSpPr>
          <p:cNvPr id="11" name="Slayt Numarası Yer Tutucusu 3">
            <a:extLst>
              <a:ext uri="{FF2B5EF4-FFF2-40B4-BE49-F238E27FC236}">
                <a16:creationId xmlns:a16="http://schemas.microsoft.com/office/drawing/2014/main" id="{8AB8E3FF-1921-449A-A845-BFD12C7AD54D}"/>
              </a:ext>
            </a:extLst>
          </p:cNvPr>
          <p:cNvSpPr txBox="1">
            <a:spLocks/>
          </p:cNvSpPr>
          <p:nvPr/>
        </p:nvSpPr>
        <p:spPr>
          <a:xfrm>
            <a:off x="11811000" y="6493624"/>
            <a:ext cx="2743200" cy="365125"/>
          </a:xfrm>
          <a:prstGeom prst="rect">
            <a:avLst/>
          </a:prstGeom>
        </p:spPr>
        <p:txBody>
          <a:bodyPr vert="horz" lIns="91440" tIns="45720" rIns="91440" bIns="45720" rtlCol="0" anchor="ctr"/>
          <a:lstStyle>
            <a:defPPr rtl="0">
              <a:defRPr lang="tr-TR"/>
            </a:defPPr>
            <a:lvl1pPr marL="0" algn="l" defTabSz="914400" rtl="0" eaLnBrk="1" latinLnBrk="0" hangingPunct="1">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tr-TR" sz="1600" b="1" i="1" smtClean="0">
                <a:solidFill>
                  <a:schemeClr val="tx1"/>
                </a:solidFill>
              </a:rPr>
              <a:pPr/>
              <a:t>10</a:t>
            </a:fld>
            <a:endParaRPr lang="tr-TR" sz="1600" b="1" i="1" dirty="0">
              <a:solidFill>
                <a:schemeClr val="tx1"/>
              </a:solidFill>
            </a:endParaRPr>
          </a:p>
        </p:txBody>
      </p:sp>
      <p:pic>
        <p:nvPicPr>
          <p:cNvPr id="4" name="Resim 3">
            <a:extLst>
              <a:ext uri="{FF2B5EF4-FFF2-40B4-BE49-F238E27FC236}">
                <a16:creationId xmlns:a16="http://schemas.microsoft.com/office/drawing/2014/main" id="{E738FB5C-2EDC-4A48-9FF7-4AE41C70D37A}"/>
              </a:ext>
            </a:extLst>
          </p:cNvPr>
          <p:cNvPicPr>
            <a:picLocks noChangeAspect="1"/>
          </p:cNvPicPr>
          <p:nvPr/>
        </p:nvPicPr>
        <p:blipFill>
          <a:blip r:embed="rId3"/>
          <a:stretch>
            <a:fillRect/>
          </a:stretch>
        </p:blipFill>
        <p:spPr>
          <a:xfrm>
            <a:off x="7796463" y="1124122"/>
            <a:ext cx="3753853" cy="3953886"/>
          </a:xfrm>
          <a:prstGeom prst="rect">
            <a:avLst/>
          </a:prstGeom>
        </p:spPr>
      </p:pic>
      <p:pic>
        <p:nvPicPr>
          <p:cNvPr id="6" name="Resim 5">
            <a:extLst>
              <a:ext uri="{FF2B5EF4-FFF2-40B4-BE49-F238E27FC236}">
                <a16:creationId xmlns:a16="http://schemas.microsoft.com/office/drawing/2014/main" id="{C96A535B-65F6-4CE0-8A28-EAAAA368C5CE}"/>
              </a:ext>
            </a:extLst>
          </p:cNvPr>
          <p:cNvPicPr>
            <a:picLocks noChangeAspect="1"/>
          </p:cNvPicPr>
          <p:nvPr/>
        </p:nvPicPr>
        <p:blipFill>
          <a:blip r:embed="rId4"/>
          <a:stretch>
            <a:fillRect/>
          </a:stretch>
        </p:blipFill>
        <p:spPr>
          <a:xfrm>
            <a:off x="7796463" y="4857950"/>
            <a:ext cx="3866148" cy="2000050"/>
          </a:xfrm>
          <a:prstGeom prst="rect">
            <a:avLst/>
          </a:prstGeom>
        </p:spPr>
      </p:pic>
    </p:spTree>
    <p:extLst>
      <p:ext uri="{BB962C8B-B14F-4D97-AF65-F5344CB8AC3E}">
        <p14:creationId xmlns:p14="http://schemas.microsoft.com/office/powerpoint/2010/main" val="435806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2DF434-28DB-4621-A497-D62C41CE0419}"/>
              </a:ext>
            </a:extLst>
          </p:cNvPr>
          <p:cNvSpPr>
            <a:spLocks noGrp="1"/>
          </p:cNvSpPr>
          <p:nvPr>
            <p:ph type="title"/>
          </p:nvPr>
        </p:nvSpPr>
        <p:spPr>
          <a:xfrm>
            <a:off x="2695073" y="-20967"/>
            <a:ext cx="6801854" cy="1325563"/>
          </a:xfrm>
        </p:spPr>
        <p:txBody>
          <a:bodyPr rtlCol="0"/>
          <a:lstStyle/>
          <a:p>
            <a:pPr algn="ctr" rtl="0"/>
            <a:r>
              <a:rPr lang="tr-TR" b="1" i="1" dirty="0">
                <a:solidFill>
                  <a:srgbClr val="2A828C"/>
                </a:solidFill>
                <a:effectLst>
                  <a:outerShdw blurRad="38100" dist="38100" dir="2700000" algn="tl">
                    <a:srgbClr val="000000">
                      <a:alpha val="43137"/>
                    </a:srgbClr>
                  </a:outerShdw>
                </a:effectLst>
              </a:rPr>
              <a:t>Veri TABANI Mimarilerinin PERFORMANS Karşılaştırması</a:t>
            </a:r>
          </a:p>
        </p:txBody>
      </p:sp>
      <p:sp>
        <p:nvSpPr>
          <p:cNvPr id="27" name="Alt Bilgi Yer Tutucusu 26">
            <a:extLst>
              <a:ext uri="{FF2B5EF4-FFF2-40B4-BE49-F238E27FC236}">
                <a16:creationId xmlns:a16="http://schemas.microsoft.com/office/drawing/2014/main" id="{8672DD3E-2D32-4972-8EF6-8778B7807D10}"/>
              </a:ext>
            </a:extLst>
          </p:cNvPr>
          <p:cNvSpPr>
            <a:spLocks noGrp="1"/>
          </p:cNvSpPr>
          <p:nvPr>
            <p:ph type="ftr" sz="quarter" idx="13"/>
          </p:nvPr>
        </p:nvSpPr>
        <p:spPr>
          <a:xfrm>
            <a:off x="4038600" y="6356350"/>
            <a:ext cx="4114800" cy="365125"/>
          </a:xfrm>
        </p:spPr>
        <p:txBody>
          <a:bodyPr rtlCol="0"/>
          <a:lstStyle/>
          <a:p>
            <a:pPr rtl="0"/>
            <a:r>
              <a:rPr lang="tr-TR" dirty="0"/>
              <a:t>Sunu başlığı</a:t>
            </a:r>
          </a:p>
        </p:txBody>
      </p:sp>
      <p:sp>
        <p:nvSpPr>
          <p:cNvPr id="28" name="Slayt Numarası Yer Tutucusu 27">
            <a:extLst>
              <a:ext uri="{FF2B5EF4-FFF2-40B4-BE49-F238E27FC236}">
                <a16:creationId xmlns:a16="http://schemas.microsoft.com/office/drawing/2014/main" id="{016A27EB-BF96-4963-93AA-A9B409137B3A}"/>
              </a:ext>
            </a:extLst>
          </p:cNvPr>
          <p:cNvSpPr>
            <a:spLocks noGrp="1"/>
          </p:cNvSpPr>
          <p:nvPr>
            <p:ph type="sldNum" sz="quarter" idx="14"/>
          </p:nvPr>
        </p:nvSpPr>
        <p:spPr>
          <a:xfrm>
            <a:off x="8562473" y="6244055"/>
            <a:ext cx="2743200" cy="365125"/>
          </a:xfrm>
        </p:spPr>
        <p:txBody>
          <a:bodyPr rtlCol="0"/>
          <a:lstStyle/>
          <a:p>
            <a:pPr rtl="0"/>
            <a:fld id="{294A09A9-5501-47C1-A89A-A340965A2BE2}" type="slidenum">
              <a:rPr lang="tr-TR" b="1" smtClean="0"/>
              <a:pPr rtl="0"/>
              <a:t>11</a:t>
            </a:fld>
            <a:endParaRPr lang="tr-TR" b="1"/>
          </a:p>
        </p:txBody>
      </p:sp>
      <p:sp>
        <p:nvSpPr>
          <p:cNvPr id="7" name="Metin Yer Tutucusu 6">
            <a:extLst>
              <a:ext uri="{FF2B5EF4-FFF2-40B4-BE49-F238E27FC236}">
                <a16:creationId xmlns:a16="http://schemas.microsoft.com/office/drawing/2014/main" id="{5346B152-912B-4981-9C34-D8421ED838F0}"/>
              </a:ext>
            </a:extLst>
          </p:cNvPr>
          <p:cNvSpPr>
            <a:spLocks noGrp="1"/>
          </p:cNvSpPr>
          <p:nvPr>
            <p:ph type="body" sz="quarter" idx="10"/>
          </p:nvPr>
        </p:nvSpPr>
        <p:spPr>
          <a:xfrm>
            <a:off x="0" y="1050884"/>
            <a:ext cx="7058526" cy="4756232"/>
          </a:xfrm>
        </p:spPr>
        <p:txBody>
          <a:bodyPr>
            <a:noAutofit/>
          </a:bodyPr>
          <a:lstStyle/>
          <a:p>
            <a:r>
              <a:rPr lang="tr-TR" sz="2000" b="1" i="1" dirty="0">
                <a:solidFill>
                  <a:schemeClr val="tx1"/>
                </a:solidFill>
              </a:rPr>
              <a:t>Bu çalışmada ilişkisel veri tabanı olarak günümüzde en yaygın kullanılan veri tabanı sistemlerinden biri olan </a:t>
            </a:r>
            <a:r>
              <a:rPr lang="tr-TR" sz="2000" b="1" i="1" dirty="0" err="1">
                <a:solidFill>
                  <a:schemeClr val="tx1"/>
                </a:solidFill>
              </a:rPr>
              <a:t>MySQL</a:t>
            </a:r>
            <a:r>
              <a:rPr lang="tr-TR" sz="2000" b="1" i="1" dirty="0">
                <a:solidFill>
                  <a:schemeClr val="tx1"/>
                </a:solidFill>
              </a:rPr>
              <a:t> ve ilişkisel olmayan (</a:t>
            </a:r>
            <a:r>
              <a:rPr lang="tr-TR" sz="2000" b="1" i="1" dirty="0" err="1">
                <a:solidFill>
                  <a:schemeClr val="tx1"/>
                </a:solidFill>
              </a:rPr>
              <a:t>NoSQL</a:t>
            </a:r>
            <a:r>
              <a:rPr lang="tr-TR" sz="2000" b="1" i="1" dirty="0">
                <a:solidFill>
                  <a:schemeClr val="tx1"/>
                </a:solidFill>
              </a:rPr>
              <a:t>) veri tabanı olarak ilişkisel veri tabanı sistemlerine alternatif bir çözüm olarak ortaya çıkan, yatay olarak ölçeklendirilen bir veri depolama sistemi olan </a:t>
            </a:r>
            <a:r>
              <a:rPr lang="tr-TR" sz="2000" b="1" i="1" dirty="0" err="1">
                <a:solidFill>
                  <a:schemeClr val="tx1"/>
                </a:solidFill>
              </a:rPr>
              <a:t>MongoDB</a:t>
            </a:r>
            <a:r>
              <a:rPr lang="tr-TR" sz="2000" b="1" i="1" dirty="0">
                <a:solidFill>
                  <a:schemeClr val="tx1"/>
                </a:solidFill>
              </a:rPr>
              <a:t> veri tabanı sistemi kullanılmıştır.</a:t>
            </a:r>
          </a:p>
          <a:p>
            <a:r>
              <a:rPr lang="tr-TR" sz="2000" b="1" i="1" dirty="0" err="1">
                <a:solidFill>
                  <a:schemeClr val="tx1"/>
                </a:solidFill>
              </a:rPr>
              <a:t>MySQL</a:t>
            </a:r>
            <a:r>
              <a:rPr lang="tr-TR" sz="2000" b="1" i="1" dirty="0">
                <a:solidFill>
                  <a:schemeClr val="tx1"/>
                </a:solidFill>
              </a:rPr>
              <a:t> ve </a:t>
            </a:r>
            <a:r>
              <a:rPr lang="tr-TR" sz="2000" b="1" i="1" dirty="0" err="1">
                <a:solidFill>
                  <a:schemeClr val="tx1"/>
                </a:solidFill>
              </a:rPr>
              <a:t>MongoDB</a:t>
            </a:r>
            <a:r>
              <a:rPr lang="tr-TR" sz="2000" b="1" i="1" dirty="0">
                <a:solidFill>
                  <a:schemeClr val="tx1"/>
                </a:solidFill>
              </a:rPr>
              <a:t> veri tabanı sistemlerinin performans ve yatay ölçeklenebilirlik incelemesi için aşağıdaki işlemlerin uygulanması ve sonuçlarının ortaya çıkarılması hedeflenmiştir. Bunlar;</a:t>
            </a:r>
          </a:p>
          <a:p>
            <a:pPr marL="342900" indent="-342900">
              <a:buFont typeface="Arial" panose="020B0604020202020204" pitchFamily="34" charset="0"/>
              <a:buChar char="•"/>
            </a:pPr>
            <a:r>
              <a:rPr lang="tr-TR" sz="2000" b="1" i="1" dirty="0">
                <a:solidFill>
                  <a:schemeClr val="tx1"/>
                </a:solidFill>
              </a:rPr>
              <a:t>Veri tabanı sunucu sistemleri özellikleri belirlenmesi, </a:t>
            </a:r>
          </a:p>
          <a:p>
            <a:pPr marL="342900" indent="-342900">
              <a:buFont typeface="Arial" panose="020B0604020202020204" pitchFamily="34" charset="0"/>
              <a:buChar char="•"/>
            </a:pPr>
            <a:r>
              <a:rPr lang="tr-TR" sz="2000" b="1" i="1" dirty="0">
                <a:solidFill>
                  <a:schemeClr val="tx1"/>
                </a:solidFill>
              </a:rPr>
              <a:t>Veri tabanı şemaları oluşturulması, </a:t>
            </a:r>
          </a:p>
          <a:p>
            <a:pPr marL="342900" indent="-342900">
              <a:buFont typeface="Arial" panose="020B0604020202020204" pitchFamily="34" charset="0"/>
              <a:buChar char="•"/>
            </a:pPr>
            <a:r>
              <a:rPr lang="tr-TR" sz="2000" b="1" i="1" dirty="0">
                <a:solidFill>
                  <a:schemeClr val="tx1"/>
                </a:solidFill>
              </a:rPr>
              <a:t>Sorguların belirlenmesi, </a:t>
            </a:r>
          </a:p>
          <a:p>
            <a:pPr marL="342900" indent="-342900">
              <a:buFont typeface="Arial" panose="020B0604020202020204" pitchFamily="34" charset="0"/>
              <a:buChar char="•"/>
            </a:pPr>
            <a:r>
              <a:rPr lang="tr-TR" sz="2000" b="1" i="1" dirty="0">
                <a:solidFill>
                  <a:schemeClr val="tx1"/>
                </a:solidFill>
              </a:rPr>
              <a:t>Veri tabanı ayarlarının yapılması, </a:t>
            </a:r>
          </a:p>
          <a:p>
            <a:pPr marL="342900" indent="-342900">
              <a:buFont typeface="Arial" panose="020B0604020202020204" pitchFamily="34" charset="0"/>
              <a:buChar char="•"/>
            </a:pPr>
            <a:r>
              <a:rPr lang="tr-TR" sz="2000" b="1" i="1" dirty="0">
                <a:solidFill>
                  <a:schemeClr val="tx1"/>
                </a:solidFill>
              </a:rPr>
              <a:t>Ölçümler ve ölçüm metrikleri bilgileri, </a:t>
            </a:r>
          </a:p>
          <a:p>
            <a:pPr marL="342900" indent="-342900">
              <a:buFont typeface="Arial" panose="020B0604020202020204" pitchFamily="34" charset="0"/>
              <a:buChar char="•"/>
            </a:pPr>
            <a:r>
              <a:rPr lang="tr-TR" sz="2000" b="1" i="1" dirty="0">
                <a:solidFill>
                  <a:schemeClr val="tx1"/>
                </a:solidFill>
              </a:rPr>
              <a:t>Performans analizi ve sonuçlarıdır.</a:t>
            </a:r>
          </a:p>
        </p:txBody>
      </p:sp>
      <p:sp>
        <p:nvSpPr>
          <p:cNvPr id="11" name="Slayt Numarası Yer Tutucusu 3">
            <a:extLst>
              <a:ext uri="{FF2B5EF4-FFF2-40B4-BE49-F238E27FC236}">
                <a16:creationId xmlns:a16="http://schemas.microsoft.com/office/drawing/2014/main" id="{8AB8E3FF-1921-449A-A845-BFD12C7AD54D}"/>
              </a:ext>
            </a:extLst>
          </p:cNvPr>
          <p:cNvSpPr txBox="1">
            <a:spLocks/>
          </p:cNvSpPr>
          <p:nvPr/>
        </p:nvSpPr>
        <p:spPr>
          <a:xfrm>
            <a:off x="11811000" y="6493624"/>
            <a:ext cx="2743200" cy="365125"/>
          </a:xfrm>
          <a:prstGeom prst="rect">
            <a:avLst/>
          </a:prstGeom>
        </p:spPr>
        <p:txBody>
          <a:bodyPr vert="horz" lIns="91440" tIns="45720" rIns="91440" bIns="45720" rtlCol="0" anchor="ctr"/>
          <a:lstStyle>
            <a:defPPr rtl="0">
              <a:defRPr lang="tr-TR"/>
            </a:defPPr>
            <a:lvl1pPr marL="0" algn="l" defTabSz="914400" rtl="0" eaLnBrk="1" latinLnBrk="0" hangingPunct="1">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tr-TR" sz="1600" b="1" i="1" smtClean="0">
                <a:solidFill>
                  <a:schemeClr val="tx1"/>
                </a:solidFill>
              </a:rPr>
              <a:pPr/>
              <a:t>11</a:t>
            </a:fld>
            <a:endParaRPr lang="tr-TR" sz="1600" b="1" i="1" dirty="0">
              <a:solidFill>
                <a:schemeClr val="tx1"/>
              </a:solidFill>
            </a:endParaRPr>
          </a:p>
        </p:txBody>
      </p:sp>
    </p:spTree>
    <p:extLst>
      <p:ext uri="{BB962C8B-B14F-4D97-AF65-F5344CB8AC3E}">
        <p14:creationId xmlns:p14="http://schemas.microsoft.com/office/powerpoint/2010/main" val="1375088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2DF434-28DB-4621-A497-D62C41CE0419}"/>
              </a:ext>
            </a:extLst>
          </p:cNvPr>
          <p:cNvSpPr>
            <a:spLocks noGrp="1"/>
          </p:cNvSpPr>
          <p:nvPr>
            <p:ph type="title"/>
          </p:nvPr>
        </p:nvSpPr>
        <p:spPr>
          <a:xfrm>
            <a:off x="2695073" y="-20967"/>
            <a:ext cx="6801854" cy="1325563"/>
          </a:xfrm>
        </p:spPr>
        <p:txBody>
          <a:bodyPr rtlCol="0"/>
          <a:lstStyle/>
          <a:p>
            <a:pPr algn="ctr" rtl="0"/>
            <a:r>
              <a:rPr lang="tr-TR" b="1" i="1" dirty="0">
                <a:solidFill>
                  <a:srgbClr val="2A828C"/>
                </a:solidFill>
                <a:effectLst>
                  <a:outerShdw blurRad="38100" dist="38100" dir="2700000" algn="tl">
                    <a:srgbClr val="000000">
                      <a:alpha val="43137"/>
                    </a:srgbClr>
                  </a:outerShdw>
                </a:effectLst>
              </a:rPr>
              <a:t>Veri TABANI Mimarilerinin PERFORMANS Karşılaştırması</a:t>
            </a:r>
          </a:p>
        </p:txBody>
      </p:sp>
      <p:sp>
        <p:nvSpPr>
          <p:cNvPr id="27" name="Alt Bilgi Yer Tutucusu 26">
            <a:extLst>
              <a:ext uri="{FF2B5EF4-FFF2-40B4-BE49-F238E27FC236}">
                <a16:creationId xmlns:a16="http://schemas.microsoft.com/office/drawing/2014/main" id="{8672DD3E-2D32-4972-8EF6-8778B7807D10}"/>
              </a:ext>
            </a:extLst>
          </p:cNvPr>
          <p:cNvSpPr>
            <a:spLocks noGrp="1"/>
          </p:cNvSpPr>
          <p:nvPr>
            <p:ph type="ftr" sz="quarter" idx="13"/>
          </p:nvPr>
        </p:nvSpPr>
        <p:spPr>
          <a:xfrm>
            <a:off x="4038600" y="6356350"/>
            <a:ext cx="4114800" cy="365125"/>
          </a:xfrm>
        </p:spPr>
        <p:txBody>
          <a:bodyPr rtlCol="0"/>
          <a:lstStyle/>
          <a:p>
            <a:pPr rtl="0"/>
            <a:r>
              <a:rPr lang="tr-TR" dirty="0"/>
              <a:t>Sunu başlığı</a:t>
            </a:r>
          </a:p>
        </p:txBody>
      </p:sp>
      <p:sp>
        <p:nvSpPr>
          <p:cNvPr id="28" name="Slayt Numarası Yer Tutucusu 27">
            <a:extLst>
              <a:ext uri="{FF2B5EF4-FFF2-40B4-BE49-F238E27FC236}">
                <a16:creationId xmlns:a16="http://schemas.microsoft.com/office/drawing/2014/main" id="{016A27EB-BF96-4963-93AA-A9B409137B3A}"/>
              </a:ext>
            </a:extLst>
          </p:cNvPr>
          <p:cNvSpPr>
            <a:spLocks noGrp="1"/>
          </p:cNvSpPr>
          <p:nvPr>
            <p:ph type="sldNum" sz="quarter" idx="14"/>
          </p:nvPr>
        </p:nvSpPr>
        <p:spPr>
          <a:xfrm>
            <a:off x="8562473" y="6244055"/>
            <a:ext cx="2743200" cy="365125"/>
          </a:xfrm>
        </p:spPr>
        <p:txBody>
          <a:bodyPr rtlCol="0"/>
          <a:lstStyle/>
          <a:p>
            <a:pPr rtl="0"/>
            <a:fld id="{294A09A9-5501-47C1-A89A-A340965A2BE2}" type="slidenum">
              <a:rPr lang="tr-TR" b="1" smtClean="0"/>
              <a:pPr rtl="0"/>
              <a:t>12</a:t>
            </a:fld>
            <a:endParaRPr lang="tr-TR" b="1"/>
          </a:p>
        </p:txBody>
      </p:sp>
      <p:sp>
        <p:nvSpPr>
          <p:cNvPr id="7" name="Metin Yer Tutucusu 6">
            <a:extLst>
              <a:ext uri="{FF2B5EF4-FFF2-40B4-BE49-F238E27FC236}">
                <a16:creationId xmlns:a16="http://schemas.microsoft.com/office/drawing/2014/main" id="{5346B152-912B-4981-9C34-D8421ED838F0}"/>
              </a:ext>
            </a:extLst>
          </p:cNvPr>
          <p:cNvSpPr>
            <a:spLocks noGrp="1"/>
          </p:cNvSpPr>
          <p:nvPr>
            <p:ph type="body" sz="quarter" idx="10"/>
          </p:nvPr>
        </p:nvSpPr>
        <p:spPr>
          <a:xfrm>
            <a:off x="0" y="1179221"/>
            <a:ext cx="12047621" cy="4756232"/>
          </a:xfrm>
        </p:spPr>
        <p:txBody>
          <a:bodyPr>
            <a:noAutofit/>
          </a:bodyPr>
          <a:lstStyle/>
          <a:p>
            <a:r>
              <a:rPr lang="tr-TR" sz="2000" b="1" i="1" dirty="0">
                <a:solidFill>
                  <a:schemeClr val="tx1"/>
                </a:solidFill>
              </a:rPr>
              <a:t>Şemalar, kendi zevk ve tercihleri doğrultusunda diğer kullanıcılara şarkılar önermek için tasarlanmış farklı algoritmalar kullanan bir müzik uygulaması etrafında modellenmiştir. Tablolar arasında herhangi bir veri tekrarını ortadan kaldırmak için </a:t>
            </a:r>
            <a:r>
              <a:rPr lang="tr-TR" sz="2000" b="1" i="1" dirty="0" err="1">
                <a:solidFill>
                  <a:schemeClr val="tx1"/>
                </a:solidFill>
              </a:rPr>
              <a:t>normalizasyon</a:t>
            </a:r>
            <a:r>
              <a:rPr lang="tr-TR" sz="2000" b="1" i="1" dirty="0">
                <a:solidFill>
                  <a:schemeClr val="tx1"/>
                </a:solidFill>
              </a:rPr>
              <a:t> değerlendirmesi sağlanmıştır. </a:t>
            </a:r>
          </a:p>
        </p:txBody>
      </p:sp>
      <p:sp>
        <p:nvSpPr>
          <p:cNvPr id="11" name="Slayt Numarası Yer Tutucusu 3">
            <a:extLst>
              <a:ext uri="{FF2B5EF4-FFF2-40B4-BE49-F238E27FC236}">
                <a16:creationId xmlns:a16="http://schemas.microsoft.com/office/drawing/2014/main" id="{8AB8E3FF-1921-449A-A845-BFD12C7AD54D}"/>
              </a:ext>
            </a:extLst>
          </p:cNvPr>
          <p:cNvSpPr txBox="1">
            <a:spLocks/>
          </p:cNvSpPr>
          <p:nvPr/>
        </p:nvSpPr>
        <p:spPr>
          <a:xfrm>
            <a:off x="11811000" y="6493624"/>
            <a:ext cx="2743200" cy="365125"/>
          </a:xfrm>
          <a:prstGeom prst="rect">
            <a:avLst/>
          </a:prstGeom>
        </p:spPr>
        <p:txBody>
          <a:bodyPr vert="horz" lIns="91440" tIns="45720" rIns="91440" bIns="45720" rtlCol="0" anchor="ctr"/>
          <a:lstStyle>
            <a:defPPr rtl="0">
              <a:defRPr lang="tr-TR"/>
            </a:defPPr>
            <a:lvl1pPr marL="0" algn="l" defTabSz="914400" rtl="0" eaLnBrk="1" latinLnBrk="0" hangingPunct="1">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tr-TR" sz="1600" b="1" i="1" smtClean="0">
                <a:solidFill>
                  <a:schemeClr val="tx1"/>
                </a:solidFill>
              </a:rPr>
              <a:pPr/>
              <a:t>12</a:t>
            </a:fld>
            <a:endParaRPr lang="tr-TR" sz="1600" b="1" i="1" dirty="0">
              <a:solidFill>
                <a:schemeClr val="tx1"/>
              </a:solidFill>
            </a:endParaRPr>
          </a:p>
        </p:txBody>
      </p:sp>
      <p:pic>
        <p:nvPicPr>
          <p:cNvPr id="4" name="Resim 3">
            <a:extLst>
              <a:ext uri="{FF2B5EF4-FFF2-40B4-BE49-F238E27FC236}">
                <a16:creationId xmlns:a16="http://schemas.microsoft.com/office/drawing/2014/main" id="{3274396C-BAAB-4C06-BFCC-59DF341E5B80}"/>
              </a:ext>
            </a:extLst>
          </p:cNvPr>
          <p:cNvPicPr>
            <a:picLocks noChangeAspect="1"/>
          </p:cNvPicPr>
          <p:nvPr/>
        </p:nvPicPr>
        <p:blipFill>
          <a:blip r:embed="rId3"/>
          <a:stretch>
            <a:fillRect/>
          </a:stretch>
        </p:blipFill>
        <p:spPr>
          <a:xfrm>
            <a:off x="381000" y="2504784"/>
            <a:ext cx="6212068" cy="3866021"/>
          </a:xfrm>
          <a:prstGeom prst="rect">
            <a:avLst/>
          </a:prstGeom>
        </p:spPr>
      </p:pic>
      <p:pic>
        <p:nvPicPr>
          <p:cNvPr id="6" name="Resim 5">
            <a:extLst>
              <a:ext uri="{FF2B5EF4-FFF2-40B4-BE49-F238E27FC236}">
                <a16:creationId xmlns:a16="http://schemas.microsoft.com/office/drawing/2014/main" id="{47F872FD-E185-4BD7-A5EE-85B62A8E2DE6}"/>
              </a:ext>
            </a:extLst>
          </p:cNvPr>
          <p:cNvPicPr>
            <a:picLocks noChangeAspect="1"/>
          </p:cNvPicPr>
          <p:nvPr/>
        </p:nvPicPr>
        <p:blipFill>
          <a:blip r:embed="rId4"/>
          <a:stretch>
            <a:fillRect/>
          </a:stretch>
        </p:blipFill>
        <p:spPr>
          <a:xfrm>
            <a:off x="6974068" y="2367127"/>
            <a:ext cx="4968085" cy="4126497"/>
          </a:xfrm>
          <a:prstGeom prst="rect">
            <a:avLst/>
          </a:prstGeom>
        </p:spPr>
      </p:pic>
    </p:spTree>
    <p:extLst>
      <p:ext uri="{BB962C8B-B14F-4D97-AF65-F5344CB8AC3E}">
        <p14:creationId xmlns:p14="http://schemas.microsoft.com/office/powerpoint/2010/main" val="333395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2DF434-28DB-4621-A497-D62C41CE0419}"/>
              </a:ext>
            </a:extLst>
          </p:cNvPr>
          <p:cNvSpPr>
            <a:spLocks noGrp="1"/>
          </p:cNvSpPr>
          <p:nvPr>
            <p:ph type="title"/>
          </p:nvPr>
        </p:nvSpPr>
        <p:spPr>
          <a:xfrm>
            <a:off x="2695073" y="-20967"/>
            <a:ext cx="6801854" cy="1325563"/>
          </a:xfrm>
        </p:spPr>
        <p:txBody>
          <a:bodyPr rtlCol="0"/>
          <a:lstStyle/>
          <a:p>
            <a:pPr algn="ctr" rtl="0"/>
            <a:r>
              <a:rPr lang="tr-TR" b="1" i="1" dirty="0">
                <a:solidFill>
                  <a:srgbClr val="2A828C"/>
                </a:solidFill>
                <a:effectLst>
                  <a:outerShdw blurRad="38100" dist="38100" dir="2700000" algn="tl">
                    <a:srgbClr val="000000">
                      <a:alpha val="43137"/>
                    </a:srgbClr>
                  </a:outerShdw>
                </a:effectLst>
              </a:rPr>
              <a:t>Veri TABANI Mimarilerinin PERFORMANS Karşılaştırması</a:t>
            </a:r>
          </a:p>
        </p:txBody>
      </p:sp>
      <p:sp>
        <p:nvSpPr>
          <p:cNvPr id="27" name="Alt Bilgi Yer Tutucusu 26">
            <a:extLst>
              <a:ext uri="{FF2B5EF4-FFF2-40B4-BE49-F238E27FC236}">
                <a16:creationId xmlns:a16="http://schemas.microsoft.com/office/drawing/2014/main" id="{8672DD3E-2D32-4972-8EF6-8778B7807D10}"/>
              </a:ext>
            </a:extLst>
          </p:cNvPr>
          <p:cNvSpPr>
            <a:spLocks noGrp="1"/>
          </p:cNvSpPr>
          <p:nvPr>
            <p:ph type="ftr" sz="quarter" idx="13"/>
          </p:nvPr>
        </p:nvSpPr>
        <p:spPr>
          <a:xfrm>
            <a:off x="4038600" y="6356350"/>
            <a:ext cx="4114800" cy="365125"/>
          </a:xfrm>
        </p:spPr>
        <p:txBody>
          <a:bodyPr rtlCol="0"/>
          <a:lstStyle/>
          <a:p>
            <a:pPr rtl="0"/>
            <a:r>
              <a:rPr lang="tr-TR" dirty="0"/>
              <a:t>Sunu başlığı</a:t>
            </a:r>
          </a:p>
        </p:txBody>
      </p:sp>
      <p:sp>
        <p:nvSpPr>
          <p:cNvPr id="28" name="Slayt Numarası Yer Tutucusu 27">
            <a:extLst>
              <a:ext uri="{FF2B5EF4-FFF2-40B4-BE49-F238E27FC236}">
                <a16:creationId xmlns:a16="http://schemas.microsoft.com/office/drawing/2014/main" id="{016A27EB-BF96-4963-93AA-A9B409137B3A}"/>
              </a:ext>
            </a:extLst>
          </p:cNvPr>
          <p:cNvSpPr>
            <a:spLocks noGrp="1"/>
          </p:cNvSpPr>
          <p:nvPr>
            <p:ph type="sldNum" sz="quarter" idx="14"/>
          </p:nvPr>
        </p:nvSpPr>
        <p:spPr>
          <a:xfrm>
            <a:off x="8562473" y="6244055"/>
            <a:ext cx="2743200" cy="365125"/>
          </a:xfrm>
        </p:spPr>
        <p:txBody>
          <a:bodyPr rtlCol="0"/>
          <a:lstStyle/>
          <a:p>
            <a:pPr rtl="0"/>
            <a:fld id="{294A09A9-5501-47C1-A89A-A340965A2BE2}" type="slidenum">
              <a:rPr lang="tr-TR" b="1" smtClean="0"/>
              <a:pPr rtl="0"/>
              <a:t>13</a:t>
            </a:fld>
            <a:endParaRPr lang="tr-TR" b="1"/>
          </a:p>
        </p:txBody>
      </p:sp>
      <p:sp>
        <p:nvSpPr>
          <p:cNvPr id="7" name="Metin Yer Tutucusu 6">
            <a:extLst>
              <a:ext uri="{FF2B5EF4-FFF2-40B4-BE49-F238E27FC236}">
                <a16:creationId xmlns:a16="http://schemas.microsoft.com/office/drawing/2014/main" id="{5346B152-912B-4981-9C34-D8421ED838F0}"/>
              </a:ext>
            </a:extLst>
          </p:cNvPr>
          <p:cNvSpPr>
            <a:spLocks noGrp="1"/>
          </p:cNvSpPr>
          <p:nvPr>
            <p:ph type="body" sz="quarter" idx="10"/>
          </p:nvPr>
        </p:nvSpPr>
        <p:spPr>
          <a:xfrm>
            <a:off x="0" y="1179221"/>
            <a:ext cx="12047621" cy="4756232"/>
          </a:xfrm>
        </p:spPr>
        <p:txBody>
          <a:bodyPr>
            <a:noAutofit/>
          </a:bodyPr>
          <a:lstStyle/>
          <a:p>
            <a:r>
              <a:rPr lang="tr-TR" sz="2000" b="1" i="1" dirty="0" err="1">
                <a:solidFill>
                  <a:schemeClr val="tx1"/>
                </a:solidFill>
              </a:rPr>
              <a:t>MySQL</a:t>
            </a:r>
            <a:r>
              <a:rPr lang="tr-TR" sz="2000" b="1" i="1" dirty="0">
                <a:solidFill>
                  <a:schemeClr val="tx1"/>
                </a:solidFill>
              </a:rPr>
              <a:t> ve </a:t>
            </a:r>
            <a:r>
              <a:rPr lang="tr-TR" sz="2000" b="1" i="1" dirty="0" err="1">
                <a:solidFill>
                  <a:schemeClr val="tx1"/>
                </a:solidFill>
              </a:rPr>
              <a:t>MongoDB</a:t>
            </a:r>
            <a:r>
              <a:rPr lang="tr-TR" sz="2000" b="1" i="1" dirty="0">
                <a:solidFill>
                  <a:schemeClr val="tx1"/>
                </a:solidFill>
              </a:rPr>
              <a:t> veri tabanları sistemlerinin her ikisine eşdeğer miktarda sorgular yapılmaktadır. Bu alandaki yapılan sorgular veri tabanı sorguları bölümünde yer alan sorgu koşullarına göre, ölçümler ise ölçüm metriklerinde tanımlanan formüllere göre hesaplanarak yapılmaktadır. Yapılan sorgular, SELECT, INNER JOIN ve SELECT içinde iç içe JOIN, INNER JOIN ve WHERE deyimi içeren karmaşık sorgu hazırlanmıştır.</a:t>
            </a:r>
          </a:p>
          <a:p>
            <a:r>
              <a:rPr lang="tr-TR" sz="2000" b="1" i="1" dirty="0">
                <a:solidFill>
                  <a:schemeClr val="tx1"/>
                </a:solidFill>
              </a:rPr>
              <a:t>Aşağıdaki görselde(grafikte) </a:t>
            </a:r>
            <a:r>
              <a:rPr lang="tr-TR" sz="2000" b="1" i="1" dirty="0" err="1">
                <a:solidFill>
                  <a:schemeClr val="tx1"/>
                </a:solidFill>
              </a:rPr>
              <a:t>MySQL</a:t>
            </a:r>
            <a:r>
              <a:rPr lang="tr-TR" sz="2000" b="1" i="1" dirty="0">
                <a:solidFill>
                  <a:schemeClr val="tx1"/>
                </a:solidFill>
              </a:rPr>
              <a:t> ve </a:t>
            </a:r>
            <a:r>
              <a:rPr lang="tr-TR" sz="2000" b="1" i="1" dirty="0" err="1">
                <a:solidFill>
                  <a:schemeClr val="tx1"/>
                </a:solidFill>
              </a:rPr>
              <a:t>MongoDB</a:t>
            </a:r>
            <a:r>
              <a:rPr lang="tr-TR" sz="2000" b="1" i="1" dirty="0">
                <a:solidFill>
                  <a:schemeClr val="tx1"/>
                </a:solidFill>
              </a:rPr>
              <a:t> veri tabanlarına sorgu 1 (basit sorgu) ile karşılaştırma testi uygulanmıştır. Yapılan analizde; </a:t>
            </a:r>
            <a:r>
              <a:rPr lang="tr-TR" sz="2000" b="1" i="1" dirty="0" err="1">
                <a:solidFill>
                  <a:schemeClr val="tx1"/>
                </a:solidFill>
              </a:rPr>
              <a:t>MongoDB</a:t>
            </a:r>
            <a:r>
              <a:rPr lang="tr-TR" sz="2000" b="1" i="1" dirty="0">
                <a:solidFill>
                  <a:schemeClr val="tx1"/>
                </a:solidFill>
              </a:rPr>
              <a:t>, sorgu sayısı farkı arttıkça daha belirgin bir performans kötülüğü gösterdiği tespit edilmiştir. Bu karşılaştırma, işlemci çekirdeği sayılarının toplam sayısı aynı olduğu zaman, 2 ya da 1 işlemci kullanımının değişmez olduğunu açıkça ortaya koymuştur </a:t>
            </a:r>
          </a:p>
        </p:txBody>
      </p:sp>
      <p:sp>
        <p:nvSpPr>
          <p:cNvPr id="11" name="Slayt Numarası Yer Tutucusu 3">
            <a:extLst>
              <a:ext uri="{FF2B5EF4-FFF2-40B4-BE49-F238E27FC236}">
                <a16:creationId xmlns:a16="http://schemas.microsoft.com/office/drawing/2014/main" id="{8AB8E3FF-1921-449A-A845-BFD12C7AD54D}"/>
              </a:ext>
            </a:extLst>
          </p:cNvPr>
          <p:cNvSpPr txBox="1">
            <a:spLocks/>
          </p:cNvSpPr>
          <p:nvPr/>
        </p:nvSpPr>
        <p:spPr>
          <a:xfrm>
            <a:off x="11811000" y="6493624"/>
            <a:ext cx="2743200" cy="365125"/>
          </a:xfrm>
          <a:prstGeom prst="rect">
            <a:avLst/>
          </a:prstGeom>
        </p:spPr>
        <p:txBody>
          <a:bodyPr vert="horz" lIns="91440" tIns="45720" rIns="91440" bIns="45720" rtlCol="0" anchor="ctr"/>
          <a:lstStyle>
            <a:defPPr rtl="0">
              <a:defRPr lang="tr-TR"/>
            </a:defPPr>
            <a:lvl1pPr marL="0" algn="l" defTabSz="914400" rtl="0" eaLnBrk="1" latinLnBrk="0" hangingPunct="1">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tr-TR" sz="1600" b="1" i="1" smtClean="0">
                <a:solidFill>
                  <a:schemeClr val="tx1"/>
                </a:solidFill>
              </a:rPr>
              <a:pPr/>
              <a:t>13</a:t>
            </a:fld>
            <a:endParaRPr lang="tr-TR" sz="1600" b="1" i="1" dirty="0">
              <a:solidFill>
                <a:schemeClr val="tx1"/>
              </a:solidFill>
            </a:endParaRPr>
          </a:p>
        </p:txBody>
      </p:sp>
      <p:pic>
        <p:nvPicPr>
          <p:cNvPr id="5" name="Resim 4">
            <a:extLst>
              <a:ext uri="{FF2B5EF4-FFF2-40B4-BE49-F238E27FC236}">
                <a16:creationId xmlns:a16="http://schemas.microsoft.com/office/drawing/2014/main" id="{015F085D-3D26-4583-8451-56FB9E4B2F14}"/>
              </a:ext>
            </a:extLst>
          </p:cNvPr>
          <p:cNvPicPr>
            <a:picLocks noChangeAspect="1"/>
          </p:cNvPicPr>
          <p:nvPr/>
        </p:nvPicPr>
        <p:blipFill>
          <a:blip r:embed="rId3"/>
          <a:stretch>
            <a:fillRect/>
          </a:stretch>
        </p:blipFill>
        <p:spPr>
          <a:xfrm>
            <a:off x="375868" y="4041879"/>
            <a:ext cx="4597481" cy="2816121"/>
          </a:xfrm>
          <a:prstGeom prst="rect">
            <a:avLst/>
          </a:prstGeom>
        </p:spPr>
      </p:pic>
      <p:pic>
        <p:nvPicPr>
          <p:cNvPr id="9" name="Resim 8">
            <a:extLst>
              <a:ext uri="{FF2B5EF4-FFF2-40B4-BE49-F238E27FC236}">
                <a16:creationId xmlns:a16="http://schemas.microsoft.com/office/drawing/2014/main" id="{42C6EFF0-868D-4326-9983-35066BE99BF2}"/>
              </a:ext>
            </a:extLst>
          </p:cNvPr>
          <p:cNvPicPr>
            <a:picLocks noChangeAspect="1"/>
          </p:cNvPicPr>
          <p:nvPr/>
        </p:nvPicPr>
        <p:blipFill>
          <a:blip r:embed="rId4"/>
          <a:stretch>
            <a:fillRect/>
          </a:stretch>
        </p:blipFill>
        <p:spPr>
          <a:xfrm>
            <a:off x="6466839" y="4041879"/>
            <a:ext cx="4191268" cy="2739082"/>
          </a:xfrm>
          <a:prstGeom prst="rect">
            <a:avLst/>
          </a:prstGeom>
        </p:spPr>
      </p:pic>
    </p:spTree>
    <p:extLst>
      <p:ext uri="{BB962C8B-B14F-4D97-AF65-F5344CB8AC3E}">
        <p14:creationId xmlns:p14="http://schemas.microsoft.com/office/powerpoint/2010/main" val="3429570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2DF434-28DB-4621-A497-D62C41CE0419}"/>
              </a:ext>
            </a:extLst>
          </p:cNvPr>
          <p:cNvSpPr>
            <a:spLocks noGrp="1"/>
          </p:cNvSpPr>
          <p:nvPr>
            <p:ph type="title"/>
          </p:nvPr>
        </p:nvSpPr>
        <p:spPr>
          <a:xfrm>
            <a:off x="2695073" y="-20967"/>
            <a:ext cx="6801854" cy="1325563"/>
          </a:xfrm>
        </p:spPr>
        <p:txBody>
          <a:bodyPr rtlCol="0"/>
          <a:lstStyle/>
          <a:p>
            <a:pPr algn="ctr" rtl="0"/>
            <a:r>
              <a:rPr lang="tr-TR" b="1" i="1" dirty="0">
                <a:solidFill>
                  <a:srgbClr val="2A828C"/>
                </a:solidFill>
                <a:effectLst>
                  <a:outerShdw blurRad="38100" dist="38100" dir="2700000" algn="tl">
                    <a:srgbClr val="000000">
                      <a:alpha val="43137"/>
                    </a:srgbClr>
                  </a:outerShdw>
                </a:effectLst>
              </a:rPr>
              <a:t>Veri TABANI Mimarilerinin PERFORMANS Karşılaştırması</a:t>
            </a:r>
          </a:p>
        </p:txBody>
      </p:sp>
      <p:sp>
        <p:nvSpPr>
          <p:cNvPr id="27" name="Alt Bilgi Yer Tutucusu 26">
            <a:extLst>
              <a:ext uri="{FF2B5EF4-FFF2-40B4-BE49-F238E27FC236}">
                <a16:creationId xmlns:a16="http://schemas.microsoft.com/office/drawing/2014/main" id="{8672DD3E-2D32-4972-8EF6-8778B7807D10}"/>
              </a:ext>
            </a:extLst>
          </p:cNvPr>
          <p:cNvSpPr>
            <a:spLocks noGrp="1"/>
          </p:cNvSpPr>
          <p:nvPr>
            <p:ph type="ftr" sz="quarter" idx="13"/>
          </p:nvPr>
        </p:nvSpPr>
        <p:spPr>
          <a:xfrm>
            <a:off x="4038600" y="6356350"/>
            <a:ext cx="4114800" cy="365125"/>
          </a:xfrm>
        </p:spPr>
        <p:txBody>
          <a:bodyPr rtlCol="0"/>
          <a:lstStyle/>
          <a:p>
            <a:pPr rtl="0"/>
            <a:r>
              <a:rPr lang="tr-TR" dirty="0"/>
              <a:t>Sunu başlığı</a:t>
            </a:r>
          </a:p>
        </p:txBody>
      </p:sp>
      <p:sp>
        <p:nvSpPr>
          <p:cNvPr id="28" name="Slayt Numarası Yer Tutucusu 27">
            <a:extLst>
              <a:ext uri="{FF2B5EF4-FFF2-40B4-BE49-F238E27FC236}">
                <a16:creationId xmlns:a16="http://schemas.microsoft.com/office/drawing/2014/main" id="{016A27EB-BF96-4963-93AA-A9B409137B3A}"/>
              </a:ext>
            </a:extLst>
          </p:cNvPr>
          <p:cNvSpPr>
            <a:spLocks noGrp="1"/>
          </p:cNvSpPr>
          <p:nvPr>
            <p:ph type="sldNum" sz="quarter" idx="14"/>
          </p:nvPr>
        </p:nvSpPr>
        <p:spPr>
          <a:xfrm>
            <a:off x="8562473" y="6244055"/>
            <a:ext cx="2743200" cy="365125"/>
          </a:xfrm>
        </p:spPr>
        <p:txBody>
          <a:bodyPr rtlCol="0"/>
          <a:lstStyle/>
          <a:p>
            <a:pPr rtl="0"/>
            <a:fld id="{294A09A9-5501-47C1-A89A-A340965A2BE2}" type="slidenum">
              <a:rPr lang="tr-TR" b="1" smtClean="0"/>
              <a:pPr rtl="0"/>
              <a:t>14</a:t>
            </a:fld>
            <a:endParaRPr lang="tr-TR" b="1"/>
          </a:p>
        </p:txBody>
      </p:sp>
      <p:sp>
        <p:nvSpPr>
          <p:cNvPr id="7" name="Metin Yer Tutucusu 6">
            <a:extLst>
              <a:ext uri="{FF2B5EF4-FFF2-40B4-BE49-F238E27FC236}">
                <a16:creationId xmlns:a16="http://schemas.microsoft.com/office/drawing/2014/main" id="{5346B152-912B-4981-9C34-D8421ED838F0}"/>
              </a:ext>
            </a:extLst>
          </p:cNvPr>
          <p:cNvSpPr>
            <a:spLocks noGrp="1"/>
          </p:cNvSpPr>
          <p:nvPr>
            <p:ph type="body" sz="quarter" idx="10"/>
          </p:nvPr>
        </p:nvSpPr>
        <p:spPr>
          <a:xfrm>
            <a:off x="0" y="1600118"/>
            <a:ext cx="6096000" cy="4756232"/>
          </a:xfrm>
        </p:spPr>
        <p:txBody>
          <a:bodyPr>
            <a:noAutofit/>
          </a:bodyPr>
          <a:lstStyle/>
          <a:p>
            <a:r>
              <a:rPr lang="tr-TR" sz="2000" b="1" i="1" dirty="0">
                <a:solidFill>
                  <a:schemeClr val="tx1"/>
                </a:solidFill>
              </a:rPr>
              <a:t>Yandaki grafikte </a:t>
            </a:r>
            <a:r>
              <a:rPr lang="tr-TR" sz="2000" b="1" i="1" dirty="0" err="1">
                <a:solidFill>
                  <a:schemeClr val="tx1"/>
                </a:solidFill>
              </a:rPr>
              <a:t>MySQL</a:t>
            </a:r>
            <a:r>
              <a:rPr lang="tr-TR" sz="2000" b="1" i="1" dirty="0">
                <a:solidFill>
                  <a:schemeClr val="tx1"/>
                </a:solidFill>
              </a:rPr>
              <a:t> veri tabanı sisteminin, sorgu sayıları arttığında </a:t>
            </a:r>
            <a:r>
              <a:rPr lang="tr-TR" sz="2000" b="1" i="1" dirty="0" err="1">
                <a:solidFill>
                  <a:schemeClr val="tx1"/>
                </a:solidFill>
              </a:rPr>
              <a:t>MongoDB</a:t>
            </a:r>
            <a:r>
              <a:rPr lang="tr-TR" sz="2000" b="1" i="1" dirty="0">
                <a:solidFill>
                  <a:schemeClr val="tx1"/>
                </a:solidFill>
              </a:rPr>
              <a:t> üzerinde avantaj sahibi olduğu görülmektedir. </a:t>
            </a:r>
          </a:p>
          <a:p>
            <a:endParaRPr lang="tr-TR" sz="2000" b="1" i="1" dirty="0">
              <a:solidFill>
                <a:schemeClr val="tx1"/>
              </a:solidFill>
            </a:endParaRPr>
          </a:p>
          <a:p>
            <a:endParaRPr lang="tr-TR" sz="2000" b="1" i="1" dirty="0">
              <a:solidFill>
                <a:schemeClr val="tx1"/>
              </a:solidFill>
            </a:endParaRPr>
          </a:p>
          <a:p>
            <a:endParaRPr lang="tr-TR" sz="2000" b="1" i="1" dirty="0">
              <a:solidFill>
                <a:schemeClr val="tx1"/>
              </a:solidFill>
            </a:endParaRPr>
          </a:p>
          <a:p>
            <a:endParaRPr lang="tr-TR" sz="2000" b="1" i="1" dirty="0">
              <a:solidFill>
                <a:schemeClr val="tx1"/>
              </a:solidFill>
            </a:endParaRPr>
          </a:p>
          <a:p>
            <a:endParaRPr lang="tr-TR" sz="2000" b="1" i="1" dirty="0">
              <a:solidFill>
                <a:schemeClr val="tx1"/>
              </a:solidFill>
            </a:endParaRPr>
          </a:p>
          <a:p>
            <a:r>
              <a:rPr lang="tr-TR" sz="2000" b="1" i="1" dirty="0">
                <a:solidFill>
                  <a:schemeClr val="tx1"/>
                </a:solidFill>
              </a:rPr>
              <a:t>Yandaki grafikte işlemci çekirdeği miktarı ile saniye başına yapılan sorgu sayıları arasındaki ilişki analizi gösterilmektedir. </a:t>
            </a:r>
            <a:r>
              <a:rPr lang="tr-TR" sz="2000" b="1" i="1" dirty="0" err="1">
                <a:solidFill>
                  <a:schemeClr val="tx1"/>
                </a:solidFill>
              </a:rPr>
              <a:t>MySQL</a:t>
            </a:r>
            <a:r>
              <a:rPr lang="tr-TR" sz="2000" b="1" i="1" dirty="0">
                <a:solidFill>
                  <a:schemeClr val="tx1"/>
                </a:solidFill>
              </a:rPr>
              <a:t> için biraz daha iyi olan performans 4 işlemci çekirdeğine kadar hemen hemen aynıdır. </a:t>
            </a:r>
          </a:p>
        </p:txBody>
      </p:sp>
      <p:sp>
        <p:nvSpPr>
          <p:cNvPr id="11" name="Slayt Numarası Yer Tutucusu 3">
            <a:extLst>
              <a:ext uri="{FF2B5EF4-FFF2-40B4-BE49-F238E27FC236}">
                <a16:creationId xmlns:a16="http://schemas.microsoft.com/office/drawing/2014/main" id="{8AB8E3FF-1921-449A-A845-BFD12C7AD54D}"/>
              </a:ext>
            </a:extLst>
          </p:cNvPr>
          <p:cNvSpPr txBox="1">
            <a:spLocks/>
          </p:cNvSpPr>
          <p:nvPr/>
        </p:nvSpPr>
        <p:spPr>
          <a:xfrm>
            <a:off x="11811000" y="6493624"/>
            <a:ext cx="2743200" cy="365125"/>
          </a:xfrm>
          <a:prstGeom prst="rect">
            <a:avLst/>
          </a:prstGeom>
        </p:spPr>
        <p:txBody>
          <a:bodyPr vert="horz" lIns="91440" tIns="45720" rIns="91440" bIns="45720" rtlCol="0" anchor="ctr"/>
          <a:lstStyle>
            <a:defPPr rtl="0">
              <a:defRPr lang="tr-TR"/>
            </a:defPPr>
            <a:lvl1pPr marL="0" algn="l" defTabSz="914400" rtl="0" eaLnBrk="1" latinLnBrk="0" hangingPunct="1">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94A09A9-5501-47C1-A89A-A340965A2BE2}" type="slidenum">
              <a:rPr lang="tr-TR" sz="1600" b="1" i="1" smtClean="0">
                <a:solidFill>
                  <a:schemeClr val="tx1"/>
                </a:solidFill>
              </a:rPr>
              <a:pPr/>
              <a:t>14</a:t>
            </a:fld>
            <a:endParaRPr lang="tr-TR" sz="1600" b="1" i="1" dirty="0">
              <a:solidFill>
                <a:schemeClr val="tx1"/>
              </a:solidFill>
            </a:endParaRPr>
          </a:p>
        </p:txBody>
      </p:sp>
      <p:pic>
        <p:nvPicPr>
          <p:cNvPr id="4" name="Resim 3">
            <a:extLst>
              <a:ext uri="{FF2B5EF4-FFF2-40B4-BE49-F238E27FC236}">
                <a16:creationId xmlns:a16="http://schemas.microsoft.com/office/drawing/2014/main" id="{21C32426-8198-4839-8081-92E9985B77C1}"/>
              </a:ext>
            </a:extLst>
          </p:cNvPr>
          <p:cNvPicPr>
            <a:picLocks noChangeAspect="1"/>
          </p:cNvPicPr>
          <p:nvPr/>
        </p:nvPicPr>
        <p:blipFill>
          <a:blip r:embed="rId3"/>
          <a:stretch>
            <a:fillRect/>
          </a:stretch>
        </p:blipFill>
        <p:spPr>
          <a:xfrm>
            <a:off x="6912191" y="1311193"/>
            <a:ext cx="4393482" cy="2618956"/>
          </a:xfrm>
          <a:prstGeom prst="rect">
            <a:avLst/>
          </a:prstGeom>
        </p:spPr>
      </p:pic>
      <p:pic>
        <p:nvPicPr>
          <p:cNvPr id="8" name="Resim 7">
            <a:extLst>
              <a:ext uri="{FF2B5EF4-FFF2-40B4-BE49-F238E27FC236}">
                <a16:creationId xmlns:a16="http://schemas.microsoft.com/office/drawing/2014/main" id="{6E3C6C62-FD04-4F95-BF5A-E79909EB8C5C}"/>
              </a:ext>
            </a:extLst>
          </p:cNvPr>
          <p:cNvPicPr>
            <a:picLocks noChangeAspect="1"/>
          </p:cNvPicPr>
          <p:nvPr/>
        </p:nvPicPr>
        <p:blipFill>
          <a:blip r:embed="rId4"/>
          <a:stretch>
            <a:fillRect/>
          </a:stretch>
        </p:blipFill>
        <p:spPr>
          <a:xfrm>
            <a:off x="6912191" y="3955178"/>
            <a:ext cx="4393482" cy="2744422"/>
          </a:xfrm>
          <a:prstGeom prst="rect">
            <a:avLst/>
          </a:prstGeom>
        </p:spPr>
      </p:pic>
    </p:spTree>
    <p:extLst>
      <p:ext uri="{BB962C8B-B14F-4D97-AF65-F5344CB8AC3E}">
        <p14:creationId xmlns:p14="http://schemas.microsoft.com/office/powerpoint/2010/main" val="2808033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Başlık 11">
            <a:extLst>
              <a:ext uri="{FF2B5EF4-FFF2-40B4-BE49-F238E27FC236}">
                <a16:creationId xmlns:a16="http://schemas.microsoft.com/office/drawing/2014/main" id="{E8579131-FDEA-42B8-9ED4-353D8B42E314}"/>
              </a:ext>
            </a:extLst>
          </p:cNvPr>
          <p:cNvSpPr>
            <a:spLocks noGrp="1"/>
          </p:cNvSpPr>
          <p:nvPr>
            <p:ph type="title"/>
          </p:nvPr>
        </p:nvSpPr>
        <p:spPr/>
        <p:txBody>
          <a:bodyPr/>
          <a:lstStyle/>
          <a:p>
            <a:r>
              <a:rPr lang="tr-TR" b="1" i="1" dirty="0">
                <a:solidFill>
                  <a:srgbClr val="2A828C"/>
                </a:solidFill>
                <a:effectLst>
                  <a:outerShdw blurRad="38100" dist="38100" dir="2700000" algn="tl">
                    <a:srgbClr val="000000">
                      <a:alpha val="43137"/>
                    </a:srgbClr>
                  </a:outerShdw>
                </a:effectLst>
              </a:rPr>
              <a:t>SONUÇ</a:t>
            </a:r>
          </a:p>
        </p:txBody>
      </p:sp>
      <p:sp>
        <p:nvSpPr>
          <p:cNvPr id="14" name="Metin Yer Tutucusu 13">
            <a:extLst>
              <a:ext uri="{FF2B5EF4-FFF2-40B4-BE49-F238E27FC236}">
                <a16:creationId xmlns:a16="http://schemas.microsoft.com/office/drawing/2014/main" id="{FE872CB5-3083-4260-B5B5-B1732E28DDE7}"/>
              </a:ext>
            </a:extLst>
          </p:cNvPr>
          <p:cNvSpPr>
            <a:spLocks noGrp="1"/>
          </p:cNvSpPr>
          <p:nvPr>
            <p:ph type="body" sz="quarter" idx="10"/>
          </p:nvPr>
        </p:nvSpPr>
        <p:spPr>
          <a:xfrm>
            <a:off x="841248" y="1789113"/>
            <a:ext cx="11045952" cy="2696918"/>
          </a:xfrm>
        </p:spPr>
        <p:txBody>
          <a:bodyPr>
            <a:noAutofit/>
          </a:bodyPr>
          <a:lstStyle/>
          <a:p>
            <a:r>
              <a:rPr lang="tr-TR" sz="2000" b="1" i="1" dirty="0">
                <a:solidFill>
                  <a:schemeClr val="tx1"/>
                </a:solidFill>
              </a:rPr>
              <a:t>Bu çalışmada, yönetim bilişim sistemleri kapsamında veri tabanlarının modellemesi ve niteliklerinin belirlenmesi, en uygun performans ölçümleri, sürecin uygun hale getirilmesi ve en uygun veri tabanı seçiminde kullanıcılara ışık tutulması hedeflendiğini görmekteyiz ve hazırlanan bu makalede ilişkisel ve ilişkisel olmayan veri tabanı sistemlerinin performans karşılaştırılması ve farklı etken faktörlerin veri tabanını nasıl etkilediği gözlemlenip çıkan sonuçlara göre hangi teknolojinin hangi olaylarda daha uygun ve etkili olduğunun araştırılması amaçlanmıştır.</a:t>
            </a:r>
          </a:p>
          <a:p>
            <a:r>
              <a:rPr lang="tr-TR" sz="2000" b="1" i="1" dirty="0">
                <a:solidFill>
                  <a:schemeClr val="tx1"/>
                </a:solidFill>
              </a:rPr>
              <a:t>Bu amaçlar doğrultusunda bir çok testler yapılmış olup hangi durumlarda </a:t>
            </a:r>
            <a:r>
              <a:rPr lang="tr-TR" sz="2000" b="1" i="1" dirty="0" err="1">
                <a:solidFill>
                  <a:schemeClr val="tx1"/>
                </a:solidFill>
              </a:rPr>
              <a:t>MongoDB’nin</a:t>
            </a:r>
            <a:r>
              <a:rPr lang="tr-TR" sz="2000" b="1" i="1" dirty="0">
                <a:solidFill>
                  <a:schemeClr val="tx1"/>
                </a:solidFill>
              </a:rPr>
              <a:t> hangi durumlarda </a:t>
            </a:r>
            <a:r>
              <a:rPr lang="tr-TR" sz="2000" b="1" i="1" dirty="0" err="1">
                <a:solidFill>
                  <a:schemeClr val="tx1"/>
                </a:solidFill>
              </a:rPr>
              <a:t>MySQL’in</a:t>
            </a:r>
            <a:r>
              <a:rPr lang="tr-TR" sz="2000" b="1" i="1" dirty="0">
                <a:solidFill>
                  <a:schemeClr val="tx1"/>
                </a:solidFill>
              </a:rPr>
              <a:t> uygun olup olmadığı daha iyi sonuçlar verip vermediği gözlemlenmiştir. Yapılan testlerin diğer bir önemli yönü işlemci ve işlemci çekirdeklerinin farklı şekillerde yapılandırılarak kullanılmasıdır. </a:t>
            </a:r>
          </a:p>
          <a:p>
            <a:endParaRPr lang="tr-TR" sz="2000" b="1" i="1" dirty="0">
              <a:solidFill>
                <a:schemeClr val="tx1"/>
              </a:solidFill>
            </a:endParaRPr>
          </a:p>
          <a:p>
            <a:r>
              <a:rPr lang="tr-TR" sz="2000" b="1" i="1" dirty="0">
                <a:solidFill>
                  <a:schemeClr val="tx1"/>
                </a:solidFill>
              </a:rPr>
              <a:t>Sonuç olarak, farklı kriterler ile bu veri tabanlarını incelediğimizde iki veri tabanının da avantaj ve dezavantajları olduğu görülmüştür.</a:t>
            </a:r>
          </a:p>
        </p:txBody>
      </p:sp>
    </p:spTree>
    <p:extLst>
      <p:ext uri="{BB962C8B-B14F-4D97-AF65-F5344CB8AC3E}">
        <p14:creationId xmlns:p14="http://schemas.microsoft.com/office/powerpoint/2010/main" val="1447121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layt Numarası Yer Tutucusu 49">
            <a:extLst>
              <a:ext uri="{FF2B5EF4-FFF2-40B4-BE49-F238E27FC236}">
                <a16:creationId xmlns:a16="http://schemas.microsoft.com/office/drawing/2014/main" id="{98B9A687-A26D-4845-9173-E163BFB84A0D}"/>
              </a:ext>
            </a:extLst>
          </p:cNvPr>
          <p:cNvSpPr>
            <a:spLocks noGrp="1"/>
          </p:cNvSpPr>
          <p:nvPr>
            <p:ph type="sldNum" sz="quarter" idx="16"/>
          </p:nvPr>
        </p:nvSpPr>
        <p:spPr>
          <a:xfrm>
            <a:off x="8610600" y="6356350"/>
            <a:ext cx="2743200" cy="365125"/>
          </a:xfrm>
        </p:spPr>
        <p:txBody>
          <a:bodyPr rtlCol="0"/>
          <a:lstStyle/>
          <a:p>
            <a:pPr rtl="0"/>
            <a:fld id="{294A09A9-5501-47C1-A89A-A340965A2BE2}" type="slidenum">
              <a:rPr lang="tr-TR" smtClean="0"/>
              <a:pPr rtl="0"/>
              <a:t>16</a:t>
            </a:fld>
            <a:endParaRPr lang="tr-TR"/>
          </a:p>
        </p:txBody>
      </p:sp>
      <p:sp>
        <p:nvSpPr>
          <p:cNvPr id="22" name="İçerik Yer Tutucusu 2">
            <a:extLst>
              <a:ext uri="{FF2B5EF4-FFF2-40B4-BE49-F238E27FC236}">
                <a16:creationId xmlns:a16="http://schemas.microsoft.com/office/drawing/2014/main" id="{E8008359-5219-454C-BB7A-87CAA831A8E0}"/>
              </a:ext>
            </a:extLst>
          </p:cNvPr>
          <p:cNvSpPr>
            <a:spLocks noGrp="1"/>
          </p:cNvSpPr>
          <p:nvPr>
            <p:ph type="body" sz="quarter" idx="10"/>
          </p:nvPr>
        </p:nvSpPr>
        <p:spPr>
          <a:xfrm>
            <a:off x="841248" y="4105656"/>
            <a:ext cx="2552700" cy="2066071"/>
          </a:xfrm>
        </p:spPr>
        <p:txBody>
          <a:bodyPr rtlCol="0"/>
          <a:lstStyle/>
          <a:p>
            <a:pPr rtl="0"/>
            <a:r>
              <a:rPr lang="tr-TR" dirty="0"/>
              <a:t>Ramazan YARAMIŞLI</a:t>
            </a:r>
          </a:p>
          <a:p>
            <a:pPr rtl="0"/>
            <a:r>
              <a:rPr lang="tr-TR" dirty="0"/>
              <a:t>02230224005</a:t>
            </a:r>
          </a:p>
          <a:p>
            <a:pPr rtl="0"/>
            <a:r>
              <a:rPr lang="tr-TR" dirty="0"/>
              <a:t>İNÖNÜ ÜNİVERSİTESİ YAZILIM MÜHENDİSLİĞİ BÖLÜMÜ</a:t>
            </a:r>
          </a:p>
        </p:txBody>
      </p:sp>
      <p:pic>
        <p:nvPicPr>
          <p:cNvPr id="19" name="Resim 18">
            <a:extLst>
              <a:ext uri="{FF2B5EF4-FFF2-40B4-BE49-F238E27FC236}">
                <a16:creationId xmlns:a16="http://schemas.microsoft.com/office/drawing/2014/main" id="{C941F26C-2287-4217-B634-285C831608AA}"/>
              </a:ext>
            </a:extLst>
          </p:cNvPr>
          <p:cNvPicPr>
            <a:picLocks noChangeAspect="1"/>
          </p:cNvPicPr>
          <p:nvPr/>
        </p:nvPicPr>
        <p:blipFill>
          <a:blip r:embed="rId3"/>
          <a:stretch>
            <a:fillRect/>
          </a:stretch>
        </p:blipFill>
        <p:spPr>
          <a:xfrm>
            <a:off x="0" y="-1016"/>
            <a:ext cx="12191999" cy="6860031"/>
          </a:xfrm>
          <a:prstGeom prst="rect">
            <a:avLst/>
          </a:prstGeom>
        </p:spPr>
      </p:pic>
      <p:sp>
        <p:nvSpPr>
          <p:cNvPr id="25" name="Metin kutusu 24">
            <a:extLst>
              <a:ext uri="{FF2B5EF4-FFF2-40B4-BE49-F238E27FC236}">
                <a16:creationId xmlns:a16="http://schemas.microsoft.com/office/drawing/2014/main" id="{C8EC8A36-ED0C-4E7B-8A61-8AB67117E67D}"/>
              </a:ext>
            </a:extLst>
          </p:cNvPr>
          <p:cNvSpPr txBox="1"/>
          <p:nvPr/>
        </p:nvSpPr>
        <p:spPr>
          <a:xfrm>
            <a:off x="455" y="178442"/>
            <a:ext cx="6095545" cy="707886"/>
          </a:xfrm>
          <a:prstGeom prst="rect">
            <a:avLst/>
          </a:prstGeom>
          <a:noFill/>
        </p:spPr>
        <p:txBody>
          <a:bodyPr wrap="square" rtlCol="0">
            <a:spAutoFit/>
          </a:bodyPr>
          <a:lstStyle/>
          <a:p>
            <a:pPr algn="ctr"/>
            <a:r>
              <a:rPr lang="tr-TR" sz="2000" b="1" i="1" dirty="0">
                <a:effectLst>
                  <a:outerShdw blurRad="38100" dist="38100" dir="2700000" algn="tl">
                    <a:srgbClr val="000000">
                      <a:alpha val="43137"/>
                    </a:srgbClr>
                  </a:outerShdw>
                </a:effectLst>
              </a:rPr>
              <a:t>İNÖNÜ ÜNİVERSİTESİ YAZILIM MÜHENDİSLİĞİ BÖLÜMÜ</a:t>
            </a:r>
          </a:p>
        </p:txBody>
      </p:sp>
      <p:sp>
        <p:nvSpPr>
          <p:cNvPr id="30" name="Metin kutusu 29">
            <a:extLst>
              <a:ext uri="{FF2B5EF4-FFF2-40B4-BE49-F238E27FC236}">
                <a16:creationId xmlns:a16="http://schemas.microsoft.com/office/drawing/2014/main" id="{126EEE34-DD18-4921-AAA1-DFC1B29D9D43}"/>
              </a:ext>
            </a:extLst>
          </p:cNvPr>
          <p:cNvSpPr txBox="1"/>
          <p:nvPr/>
        </p:nvSpPr>
        <p:spPr>
          <a:xfrm>
            <a:off x="7483642" y="5958289"/>
            <a:ext cx="6208294" cy="646331"/>
          </a:xfrm>
          <a:prstGeom prst="rect">
            <a:avLst/>
          </a:prstGeom>
          <a:noFill/>
        </p:spPr>
        <p:txBody>
          <a:bodyPr wrap="square">
            <a:spAutoFit/>
          </a:bodyPr>
          <a:lstStyle/>
          <a:p>
            <a:pPr algn="ctr"/>
            <a:r>
              <a:rPr lang="tr-TR" sz="1800" b="1" i="1" dirty="0">
                <a:effectLst>
                  <a:outerShdw blurRad="38100" dist="38100" dir="2700000" algn="tl">
                    <a:srgbClr val="000000">
                      <a:alpha val="43137"/>
                    </a:srgbClr>
                  </a:outerShdw>
                </a:effectLst>
              </a:rPr>
              <a:t>Ramazan YARAMIŞLI</a:t>
            </a:r>
          </a:p>
          <a:p>
            <a:pPr algn="ctr"/>
            <a:r>
              <a:rPr lang="tr-TR" sz="1800" b="1" i="1" dirty="0">
                <a:effectLst>
                  <a:outerShdw blurRad="38100" dist="38100" dir="2700000" algn="tl">
                    <a:srgbClr val="000000">
                      <a:alpha val="43137"/>
                    </a:srgbClr>
                  </a:outerShdw>
                </a:effectLst>
              </a:rPr>
              <a:t>02230224005</a:t>
            </a:r>
          </a:p>
        </p:txBody>
      </p:sp>
    </p:spTree>
    <p:extLst>
      <p:ext uri="{BB962C8B-B14F-4D97-AF65-F5344CB8AC3E}">
        <p14:creationId xmlns:p14="http://schemas.microsoft.com/office/powerpoint/2010/main" val="3649841902"/>
      </p:ext>
    </p:extLst>
  </p:cSld>
  <p:clrMapOvr>
    <a:masterClrMapping/>
  </p:clrMapOvr>
</p:sld>
</file>

<file path=ppt/theme/theme1.xml><?xml version="1.0" encoding="utf-8"?>
<a:theme xmlns:a="http://schemas.openxmlformats.org/drawingml/2006/main" name="Ofis Teması">
  <a:themeElements>
    <a:clrScheme name="Custom 81">
      <a:dk1>
        <a:sysClr val="windowText" lastClr="000000"/>
      </a:dk1>
      <a:lt1>
        <a:sysClr val="window" lastClr="FFFFFF"/>
      </a:lt1>
      <a:dk2>
        <a:srgbClr val="025373"/>
      </a:dk2>
      <a:lt2>
        <a:srgbClr val="E7E6E6"/>
      </a:lt2>
      <a:accent1>
        <a:srgbClr val="2A828C"/>
      </a:accent1>
      <a:accent2>
        <a:srgbClr val="41A6A6"/>
      </a:accent2>
      <a:accent3>
        <a:srgbClr val="D99B77"/>
      </a:accent3>
      <a:accent4>
        <a:srgbClr val="D9B6A3"/>
      </a:accent4>
      <a:accent5>
        <a:srgbClr val="F2A74B"/>
      </a:accent5>
      <a:accent6>
        <a:srgbClr val="4D748C"/>
      </a:accent6>
      <a:hlink>
        <a:srgbClr val="0563C1"/>
      </a:hlink>
      <a:folHlink>
        <a:srgbClr val="954F72"/>
      </a:folHlink>
    </a:clrScheme>
    <a:fontScheme name="Custom 115">
      <a:majorFont>
        <a:latin typeface="Century Gothic"/>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3419099_TF89715846_Win32" id="{BCD18886-3715-46DA-9B4F-FEDA46209476}" vid="{7E983911-228E-48EA-AF51-76A215DE847B}"/>
    </a:ext>
  </a:extLst>
</a:theme>
</file>

<file path=ppt/theme/theme2.xml><?xml version="1.0" encoding="utf-8"?>
<a:theme xmlns:a="http://schemas.openxmlformats.org/drawingml/2006/main" name="Ofis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B45E2D-EE5B-40BD-B8EB-1CD549F414A7}">
  <ds:schemaRefs>
    <ds:schemaRef ds:uri="http://schemas.microsoft.com/sharepoint/v3/contenttype/forms"/>
  </ds:schemaRefs>
</ds:datastoreItem>
</file>

<file path=customXml/itemProps2.xml><?xml version="1.0" encoding="utf-8"?>
<ds:datastoreItem xmlns:ds="http://schemas.openxmlformats.org/officeDocument/2006/customXml" ds:itemID="{8E340800-6004-42FD-A042-AAA261C103D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B2B5C00-D108-4E13-8A78-1AA312E16E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Okyanus sunusu</Template>
  <TotalTime>103</TotalTime>
  <Words>1376</Words>
  <Application>Microsoft Office PowerPoint</Application>
  <PresentationFormat>Geniş ekran</PresentationFormat>
  <Paragraphs>131</Paragraphs>
  <Slides>16</Slides>
  <Notes>16</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16</vt:i4>
      </vt:variant>
    </vt:vector>
  </HeadingPairs>
  <TitlesOfParts>
    <vt:vector size="22" baseType="lpstr">
      <vt:lpstr>Arial</vt:lpstr>
      <vt:lpstr>Avenir Next LT Pro Light</vt:lpstr>
      <vt:lpstr>AvenirNext LT Pro Medium</vt:lpstr>
      <vt:lpstr>Calibri</vt:lpstr>
      <vt:lpstr>Century Gothic</vt:lpstr>
      <vt:lpstr>Ofis Teması</vt:lpstr>
      <vt:lpstr>İlişkisel ve İlişkisel Olmayan (NoSQL) Veri Tabanı Sistemleri Mimari Performansının Yönetim Bilişim Sistemleri Kapsamında İncelenmesi</vt:lpstr>
      <vt:lpstr>giriş</vt:lpstr>
      <vt:lpstr>BİLİŞİM SİSTEMLERİ VE YÖNETİMİ </vt:lpstr>
      <vt:lpstr>VERİ TABANI VE VERİ TABANI YÖNETİM SİSTEMLERİ</vt:lpstr>
      <vt:lpstr>VERİ TABANI VE VERİ TABANI YÖNETİM SİSTEMLERİ</vt:lpstr>
      <vt:lpstr>VERİ TABANI VE VERİ TABANI YÖNETİM SİSTEMLERİ</vt:lpstr>
      <vt:lpstr>VERi TABANI TASARIMI</vt:lpstr>
      <vt:lpstr>GELENEKSEL VE GELENEKSEL OLMAYAN VERİ TABANI SİSTEMLERİ</vt:lpstr>
      <vt:lpstr>GELENEKSEL VE GELENEKSEL OLMAYAN VERİ TABANI SİSTEMLERİ</vt:lpstr>
      <vt:lpstr>GELENEKSEL VE GELENEKSEL OLMAYAN VERİ TABANI SİSTEMLERİ</vt:lpstr>
      <vt:lpstr>Veri TABANI Mimarilerinin PERFORMANS Karşılaştırması</vt:lpstr>
      <vt:lpstr>Veri TABANI Mimarilerinin PERFORMANS Karşılaştırması</vt:lpstr>
      <vt:lpstr>Veri TABANI Mimarilerinin PERFORMANS Karşılaştırması</vt:lpstr>
      <vt:lpstr>Veri TABANI Mimarilerinin PERFORMANS Karşılaştırması</vt:lpstr>
      <vt:lpstr>SONUÇ</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İlişkisel ve İlişkisel Olmayan (NoSQL) Veri Tabanı Sistemleri Mimari Performansının Yönetim Bilişim Sistemleri Kapsamında İncelenmesi</dc:title>
  <dc:creator>REY ⚡</dc:creator>
  <cp:lastModifiedBy>REY ⚡</cp:lastModifiedBy>
  <cp:revision>17</cp:revision>
  <dcterms:created xsi:type="dcterms:W3CDTF">2024-03-19T17:49:04Z</dcterms:created>
  <dcterms:modified xsi:type="dcterms:W3CDTF">2024-03-19T20:20:08Z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